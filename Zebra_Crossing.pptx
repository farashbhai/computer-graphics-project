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sldIdLst>
    <p:sldId id="256" r:id="rId4"/>
    <p:sldId id="257" r:id="rId5"/>
    <p:sldId id="269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 rot="2101800">
            <a:off x="1192680" y="-254160"/>
            <a:ext cx="1140480" cy="758520"/>
          </a:xfrm>
          <a:custGeom>
            <a:avLst/>
            <a:gdLst>
              <a:gd name="textAreaLeft" fmla="*/ 0 w 1140480"/>
              <a:gd name="textAreaRight" fmla="*/ 1140840 w 1140480"/>
              <a:gd name="textAreaTop" fmla="*/ 0 h 758520"/>
              <a:gd name="textAreaBottom" fmla="*/ 758880 h 758520"/>
            </a:gdLst>
            <a:ahLst/>
            <a:cxnLst/>
            <a:rect l="textAreaLeft" t="textAreaTop" r="textAreaRight" b="textAreaBottom"/>
            <a:pathLst>
              <a:path w="11185" h="7439">
                <a:moveTo>
                  <a:pt x="2730" y="277"/>
                </a:moveTo>
                <a:cubicBezTo>
                  <a:pt x="2730" y="277"/>
                  <a:pt x="2731" y="278"/>
                  <a:pt x="2734" y="278"/>
                </a:cubicBezTo>
                <a:cubicBezTo>
                  <a:pt x="2734" y="278"/>
                  <a:pt x="2735" y="278"/>
                  <a:pt x="2735" y="278"/>
                </a:cubicBezTo>
                <a:lnTo>
                  <a:pt x="2735" y="278"/>
                </a:lnTo>
                <a:cubicBezTo>
                  <a:pt x="2732" y="278"/>
                  <a:pt x="2730" y="277"/>
                  <a:pt x="2730" y="277"/>
                </a:cubicBezTo>
                <a:close/>
                <a:moveTo>
                  <a:pt x="1545" y="435"/>
                </a:moveTo>
                <a:lnTo>
                  <a:pt x="1545" y="435"/>
                </a:lnTo>
                <a:cubicBezTo>
                  <a:pt x="1542" y="436"/>
                  <a:pt x="1540" y="438"/>
                  <a:pt x="1540" y="438"/>
                </a:cubicBezTo>
                <a:cubicBezTo>
                  <a:pt x="1542" y="437"/>
                  <a:pt x="1543" y="436"/>
                  <a:pt x="1545" y="435"/>
                </a:cubicBezTo>
                <a:close/>
                <a:moveTo>
                  <a:pt x="479" y="1499"/>
                </a:moveTo>
                <a:cubicBezTo>
                  <a:pt x="477" y="1502"/>
                  <a:pt x="476" y="1506"/>
                  <a:pt x="476" y="1506"/>
                </a:cubicBezTo>
                <a:cubicBezTo>
                  <a:pt x="476" y="1506"/>
                  <a:pt x="476" y="1504"/>
                  <a:pt x="478" y="1501"/>
                </a:cubicBezTo>
                <a:cubicBezTo>
                  <a:pt x="478" y="1500"/>
                  <a:pt x="478" y="1500"/>
                  <a:pt x="479" y="1499"/>
                </a:cubicBezTo>
                <a:close/>
                <a:moveTo>
                  <a:pt x="4899" y="4219"/>
                </a:moveTo>
                <a:cubicBezTo>
                  <a:pt x="4875" y="4373"/>
                  <a:pt x="4844" y="4526"/>
                  <a:pt x="4806" y="4676"/>
                </a:cubicBezTo>
                <a:cubicBezTo>
                  <a:pt x="4726" y="4999"/>
                  <a:pt x="4618" y="5317"/>
                  <a:pt x="4480" y="5622"/>
                </a:cubicBezTo>
                <a:cubicBezTo>
                  <a:pt x="4411" y="5775"/>
                  <a:pt x="4334" y="5925"/>
                  <a:pt x="4251" y="6070"/>
                </a:cubicBezTo>
                <a:cubicBezTo>
                  <a:pt x="4211" y="6140"/>
                  <a:pt x="4167" y="6211"/>
                  <a:pt x="4123" y="6280"/>
                </a:cubicBezTo>
                <a:cubicBezTo>
                  <a:pt x="4087" y="6336"/>
                  <a:pt x="4039" y="6408"/>
                  <a:pt x="4006" y="6448"/>
                </a:cubicBezTo>
                <a:cubicBezTo>
                  <a:pt x="3828" y="6670"/>
                  <a:pt x="3602" y="6838"/>
                  <a:pt x="3347" y="6961"/>
                </a:cubicBezTo>
                <a:cubicBezTo>
                  <a:pt x="3229" y="7018"/>
                  <a:pt x="3100" y="7063"/>
                  <a:pt x="2964" y="7089"/>
                </a:cubicBezTo>
                <a:cubicBezTo>
                  <a:pt x="2903" y="7102"/>
                  <a:pt x="2861" y="7106"/>
                  <a:pt x="2789" y="7107"/>
                </a:cubicBezTo>
                <a:cubicBezTo>
                  <a:pt x="2760" y="7107"/>
                  <a:pt x="2731" y="7107"/>
                  <a:pt x="2701" y="7105"/>
                </a:cubicBezTo>
                <a:cubicBezTo>
                  <a:pt x="2695" y="7105"/>
                  <a:pt x="2659" y="7102"/>
                  <a:pt x="2667" y="7102"/>
                </a:cubicBezTo>
                <a:cubicBezTo>
                  <a:pt x="2669" y="7102"/>
                  <a:pt x="2670" y="7102"/>
                  <a:pt x="2671" y="7102"/>
                </a:cubicBezTo>
                <a:cubicBezTo>
                  <a:pt x="2672" y="7102"/>
                  <a:pt x="2658" y="7100"/>
                  <a:pt x="2658" y="7100"/>
                </a:cubicBezTo>
                <a:cubicBezTo>
                  <a:pt x="2648" y="7099"/>
                  <a:pt x="2636" y="7096"/>
                  <a:pt x="2626" y="7095"/>
                </a:cubicBezTo>
                <a:cubicBezTo>
                  <a:pt x="2600" y="7089"/>
                  <a:pt x="2573" y="7082"/>
                  <a:pt x="2547" y="7074"/>
                </a:cubicBezTo>
                <a:cubicBezTo>
                  <a:pt x="2534" y="7070"/>
                  <a:pt x="2521" y="7064"/>
                  <a:pt x="2508" y="7060"/>
                </a:cubicBezTo>
                <a:cubicBezTo>
                  <a:pt x="2505" y="7059"/>
                  <a:pt x="2502" y="7058"/>
                  <a:pt x="2499" y="7057"/>
                </a:cubicBezTo>
                <a:lnTo>
                  <a:pt x="2499" y="7057"/>
                </a:lnTo>
                <a:cubicBezTo>
                  <a:pt x="2496" y="7056"/>
                  <a:pt x="2488" y="7052"/>
                  <a:pt x="2485" y="7051"/>
                </a:cubicBezTo>
                <a:cubicBezTo>
                  <a:pt x="2465" y="7040"/>
                  <a:pt x="2443" y="7030"/>
                  <a:pt x="2423" y="7017"/>
                </a:cubicBezTo>
                <a:cubicBezTo>
                  <a:pt x="2413" y="7010"/>
                  <a:pt x="2403" y="7002"/>
                  <a:pt x="2393" y="6997"/>
                </a:cubicBezTo>
                <a:cubicBezTo>
                  <a:pt x="2393" y="6996"/>
                  <a:pt x="2393" y="6996"/>
                  <a:pt x="2392" y="6996"/>
                </a:cubicBezTo>
                <a:lnTo>
                  <a:pt x="2392" y="6996"/>
                </a:lnTo>
                <a:cubicBezTo>
                  <a:pt x="2388" y="6992"/>
                  <a:pt x="2383" y="6988"/>
                  <a:pt x="2379" y="6984"/>
                </a:cubicBezTo>
                <a:cubicBezTo>
                  <a:pt x="2361" y="6969"/>
                  <a:pt x="2346" y="6955"/>
                  <a:pt x="2331" y="6938"/>
                </a:cubicBezTo>
                <a:cubicBezTo>
                  <a:pt x="2328" y="6935"/>
                  <a:pt x="2319" y="6924"/>
                  <a:pt x="2315" y="6919"/>
                </a:cubicBezTo>
                <a:lnTo>
                  <a:pt x="2315" y="6919"/>
                </a:lnTo>
                <a:cubicBezTo>
                  <a:pt x="2310" y="6912"/>
                  <a:pt x="2301" y="6900"/>
                  <a:pt x="2300" y="6897"/>
                </a:cubicBezTo>
                <a:cubicBezTo>
                  <a:pt x="2288" y="6880"/>
                  <a:pt x="2278" y="6861"/>
                  <a:pt x="2268" y="6841"/>
                </a:cubicBezTo>
                <a:cubicBezTo>
                  <a:pt x="2266" y="6838"/>
                  <a:pt x="2261" y="6827"/>
                  <a:pt x="2258" y="6821"/>
                </a:cubicBezTo>
                <a:lnTo>
                  <a:pt x="2258" y="6821"/>
                </a:lnTo>
                <a:cubicBezTo>
                  <a:pt x="2255" y="6814"/>
                  <a:pt x="2249" y="6798"/>
                  <a:pt x="2248" y="6794"/>
                </a:cubicBezTo>
                <a:cubicBezTo>
                  <a:pt x="2241" y="6774"/>
                  <a:pt x="2235" y="6752"/>
                  <a:pt x="2229" y="6730"/>
                </a:cubicBezTo>
                <a:cubicBezTo>
                  <a:pt x="2226" y="6719"/>
                  <a:pt x="2223" y="6707"/>
                  <a:pt x="2220" y="6694"/>
                </a:cubicBezTo>
                <a:cubicBezTo>
                  <a:pt x="2220" y="6691"/>
                  <a:pt x="2218" y="6679"/>
                  <a:pt x="2216" y="6670"/>
                </a:cubicBezTo>
                <a:lnTo>
                  <a:pt x="2216" y="6670"/>
                </a:lnTo>
                <a:cubicBezTo>
                  <a:pt x="2216" y="6670"/>
                  <a:pt x="2216" y="6670"/>
                  <a:pt x="2216" y="6670"/>
                </a:cubicBezTo>
                <a:cubicBezTo>
                  <a:pt x="2216" y="6670"/>
                  <a:pt x="2216" y="6669"/>
                  <a:pt x="2216" y="6666"/>
                </a:cubicBezTo>
                <a:cubicBezTo>
                  <a:pt x="2216" y="6663"/>
                  <a:pt x="2215" y="6662"/>
                  <a:pt x="2215" y="6662"/>
                </a:cubicBezTo>
                <a:lnTo>
                  <a:pt x="2215" y="6662"/>
                </a:lnTo>
                <a:cubicBezTo>
                  <a:pt x="2215" y="6662"/>
                  <a:pt x="2216" y="6666"/>
                  <a:pt x="2216" y="6670"/>
                </a:cubicBezTo>
                <a:lnTo>
                  <a:pt x="2216" y="6670"/>
                </a:lnTo>
                <a:cubicBezTo>
                  <a:pt x="2216" y="6668"/>
                  <a:pt x="2213" y="6650"/>
                  <a:pt x="2213" y="6646"/>
                </a:cubicBezTo>
                <a:cubicBezTo>
                  <a:pt x="2212" y="6633"/>
                  <a:pt x="2212" y="6621"/>
                  <a:pt x="2210" y="6608"/>
                </a:cubicBezTo>
                <a:cubicBezTo>
                  <a:pt x="2209" y="6582"/>
                  <a:pt x="2209" y="6556"/>
                  <a:pt x="2209" y="6530"/>
                </a:cubicBezTo>
                <a:cubicBezTo>
                  <a:pt x="2209" y="6505"/>
                  <a:pt x="2210" y="6477"/>
                  <a:pt x="2213" y="6451"/>
                </a:cubicBezTo>
                <a:cubicBezTo>
                  <a:pt x="2215" y="6438"/>
                  <a:pt x="2216" y="6425"/>
                  <a:pt x="2218" y="6411"/>
                </a:cubicBezTo>
                <a:cubicBezTo>
                  <a:pt x="2218" y="6408"/>
                  <a:pt x="2218" y="6405"/>
                  <a:pt x="2218" y="6402"/>
                </a:cubicBezTo>
                <a:lnTo>
                  <a:pt x="2218" y="6402"/>
                </a:lnTo>
                <a:cubicBezTo>
                  <a:pt x="2219" y="6401"/>
                  <a:pt x="2219" y="6398"/>
                  <a:pt x="2220" y="6394"/>
                </a:cubicBezTo>
                <a:cubicBezTo>
                  <a:pt x="2229" y="6339"/>
                  <a:pt x="2241" y="6284"/>
                  <a:pt x="2255" y="6230"/>
                </a:cubicBezTo>
                <a:cubicBezTo>
                  <a:pt x="2269" y="6176"/>
                  <a:pt x="2287" y="6120"/>
                  <a:pt x="2307" y="6067"/>
                </a:cubicBezTo>
                <a:cubicBezTo>
                  <a:pt x="2313" y="6053"/>
                  <a:pt x="2318" y="6040"/>
                  <a:pt x="2323" y="6027"/>
                </a:cubicBezTo>
                <a:lnTo>
                  <a:pt x="2329" y="6012"/>
                </a:lnTo>
                <a:lnTo>
                  <a:pt x="2329" y="6012"/>
                </a:lnTo>
                <a:cubicBezTo>
                  <a:pt x="2328" y="6015"/>
                  <a:pt x="2327" y="6018"/>
                  <a:pt x="2327" y="6018"/>
                </a:cubicBezTo>
                <a:cubicBezTo>
                  <a:pt x="2327" y="6018"/>
                  <a:pt x="2327" y="6016"/>
                  <a:pt x="2330" y="6009"/>
                </a:cubicBezTo>
                <a:lnTo>
                  <a:pt x="2330" y="6009"/>
                </a:lnTo>
                <a:lnTo>
                  <a:pt x="2329" y="6012"/>
                </a:lnTo>
                <a:lnTo>
                  <a:pt x="2329" y="6012"/>
                </a:lnTo>
                <a:cubicBezTo>
                  <a:pt x="2330" y="6009"/>
                  <a:pt x="2331" y="6007"/>
                  <a:pt x="2331" y="6005"/>
                </a:cubicBezTo>
                <a:cubicBezTo>
                  <a:pt x="2343" y="5979"/>
                  <a:pt x="2356" y="5953"/>
                  <a:pt x="2369" y="5926"/>
                </a:cubicBezTo>
                <a:cubicBezTo>
                  <a:pt x="2418" y="5824"/>
                  <a:pt x="2477" y="5726"/>
                  <a:pt x="2546" y="5634"/>
                </a:cubicBezTo>
                <a:cubicBezTo>
                  <a:pt x="2549" y="5630"/>
                  <a:pt x="2552" y="5625"/>
                  <a:pt x="2555" y="5621"/>
                </a:cubicBezTo>
                <a:lnTo>
                  <a:pt x="2555" y="5621"/>
                </a:lnTo>
                <a:cubicBezTo>
                  <a:pt x="2554" y="5622"/>
                  <a:pt x="2554" y="5623"/>
                  <a:pt x="2554" y="5623"/>
                </a:cubicBezTo>
                <a:cubicBezTo>
                  <a:pt x="2554" y="5623"/>
                  <a:pt x="2559" y="5616"/>
                  <a:pt x="2560" y="5615"/>
                </a:cubicBezTo>
                <a:lnTo>
                  <a:pt x="2560" y="5615"/>
                </a:lnTo>
                <a:cubicBezTo>
                  <a:pt x="2558" y="5617"/>
                  <a:pt x="2557" y="5619"/>
                  <a:pt x="2555" y="5621"/>
                </a:cubicBezTo>
                <a:lnTo>
                  <a:pt x="2555" y="5621"/>
                </a:lnTo>
                <a:cubicBezTo>
                  <a:pt x="2556" y="5620"/>
                  <a:pt x="2556" y="5619"/>
                  <a:pt x="2557" y="5618"/>
                </a:cubicBezTo>
                <a:cubicBezTo>
                  <a:pt x="2566" y="5608"/>
                  <a:pt x="2574" y="5596"/>
                  <a:pt x="2583" y="5586"/>
                </a:cubicBezTo>
                <a:cubicBezTo>
                  <a:pt x="2605" y="5562"/>
                  <a:pt x="2626" y="5537"/>
                  <a:pt x="2648" y="5513"/>
                </a:cubicBezTo>
                <a:cubicBezTo>
                  <a:pt x="2698" y="5457"/>
                  <a:pt x="2750" y="5404"/>
                  <a:pt x="2803" y="5352"/>
                </a:cubicBezTo>
                <a:cubicBezTo>
                  <a:pt x="2911" y="5245"/>
                  <a:pt x="3026" y="5146"/>
                  <a:pt x="3146" y="5054"/>
                </a:cubicBezTo>
                <a:cubicBezTo>
                  <a:pt x="3615" y="4688"/>
                  <a:pt x="4163" y="4418"/>
                  <a:pt x="4736" y="4261"/>
                </a:cubicBezTo>
                <a:cubicBezTo>
                  <a:pt x="4791" y="4246"/>
                  <a:pt x="4845" y="4232"/>
                  <a:pt x="4899" y="4219"/>
                </a:cubicBezTo>
                <a:close/>
                <a:moveTo>
                  <a:pt x="7193" y="5609"/>
                </a:moveTo>
                <a:cubicBezTo>
                  <a:pt x="7195" y="5632"/>
                  <a:pt x="7197" y="5656"/>
                  <a:pt x="7198" y="5680"/>
                </a:cubicBezTo>
                <a:cubicBezTo>
                  <a:pt x="7201" y="5748"/>
                  <a:pt x="7201" y="5815"/>
                  <a:pt x="7198" y="5883"/>
                </a:cubicBezTo>
                <a:cubicBezTo>
                  <a:pt x="7195" y="5950"/>
                  <a:pt x="7188" y="6020"/>
                  <a:pt x="7179" y="6070"/>
                </a:cubicBezTo>
                <a:cubicBezTo>
                  <a:pt x="7135" y="6358"/>
                  <a:pt x="7034" y="6661"/>
                  <a:pt x="6851" y="6893"/>
                </a:cubicBezTo>
                <a:cubicBezTo>
                  <a:pt x="6807" y="6951"/>
                  <a:pt x="6755" y="7005"/>
                  <a:pt x="6697" y="7050"/>
                </a:cubicBezTo>
                <a:cubicBezTo>
                  <a:pt x="6653" y="7086"/>
                  <a:pt x="6578" y="7129"/>
                  <a:pt x="6539" y="7146"/>
                </a:cubicBezTo>
                <a:cubicBezTo>
                  <a:pt x="6512" y="7156"/>
                  <a:pt x="6484" y="7165"/>
                  <a:pt x="6457" y="7172"/>
                </a:cubicBezTo>
                <a:cubicBezTo>
                  <a:pt x="6443" y="7177"/>
                  <a:pt x="6428" y="7179"/>
                  <a:pt x="6414" y="7181"/>
                </a:cubicBezTo>
                <a:cubicBezTo>
                  <a:pt x="6422" y="7180"/>
                  <a:pt x="6423" y="7180"/>
                  <a:pt x="6421" y="7180"/>
                </a:cubicBezTo>
                <a:cubicBezTo>
                  <a:pt x="6415" y="7180"/>
                  <a:pt x="6394" y="7181"/>
                  <a:pt x="6389" y="7181"/>
                </a:cubicBezTo>
                <a:cubicBezTo>
                  <a:pt x="6385" y="7181"/>
                  <a:pt x="6382" y="7181"/>
                  <a:pt x="6378" y="7181"/>
                </a:cubicBezTo>
                <a:cubicBezTo>
                  <a:pt x="6371" y="7181"/>
                  <a:pt x="6364" y="7181"/>
                  <a:pt x="6356" y="7181"/>
                </a:cubicBezTo>
                <a:cubicBezTo>
                  <a:pt x="6353" y="7181"/>
                  <a:pt x="6349" y="7180"/>
                  <a:pt x="6345" y="7180"/>
                </a:cubicBezTo>
                <a:lnTo>
                  <a:pt x="6345" y="7180"/>
                </a:lnTo>
                <a:cubicBezTo>
                  <a:pt x="6344" y="7180"/>
                  <a:pt x="6343" y="7180"/>
                  <a:pt x="6342" y="7179"/>
                </a:cubicBezTo>
                <a:cubicBezTo>
                  <a:pt x="6330" y="7177"/>
                  <a:pt x="6319" y="7174"/>
                  <a:pt x="6306" y="7171"/>
                </a:cubicBezTo>
                <a:cubicBezTo>
                  <a:pt x="6301" y="7169"/>
                  <a:pt x="6281" y="7160"/>
                  <a:pt x="6279" y="7160"/>
                </a:cubicBezTo>
                <a:lnTo>
                  <a:pt x="6279" y="7160"/>
                </a:lnTo>
                <a:cubicBezTo>
                  <a:pt x="6279" y="7160"/>
                  <a:pt x="6281" y="7161"/>
                  <a:pt x="6289" y="7165"/>
                </a:cubicBezTo>
                <a:cubicBezTo>
                  <a:pt x="6269" y="7156"/>
                  <a:pt x="6251" y="7145"/>
                  <a:pt x="6233" y="7134"/>
                </a:cubicBezTo>
                <a:lnTo>
                  <a:pt x="6233" y="7134"/>
                </a:lnTo>
                <a:cubicBezTo>
                  <a:pt x="6229" y="7131"/>
                  <a:pt x="6225" y="7128"/>
                  <a:pt x="6222" y="7125"/>
                </a:cubicBezTo>
                <a:cubicBezTo>
                  <a:pt x="6212" y="7116"/>
                  <a:pt x="6202" y="7106"/>
                  <a:pt x="6194" y="7096"/>
                </a:cubicBezTo>
                <a:cubicBezTo>
                  <a:pt x="6189" y="7091"/>
                  <a:pt x="6181" y="7082"/>
                  <a:pt x="6181" y="7082"/>
                </a:cubicBezTo>
                <a:lnTo>
                  <a:pt x="6181" y="7082"/>
                </a:lnTo>
                <a:cubicBezTo>
                  <a:pt x="6181" y="7082"/>
                  <a:pt x="6183" y="7084"/>
                  <a:pt x="6188" y="7090"/>
                </a:cubicBezTo>
                <a:cubicBezTo>
                  <a:pt x="6179" y="7080"/>
                  <a:pt x="6173" y="7070"/>
                  <a:pt x="6166" y="7060"/>
                </a:cubicBezTo>
                <a:cubicBezTo>
                  <a:pt x="6161" y="7048"/>
                  <a:pt x="6153" y="7038"/>
                  <a:pt x="6148" y="7027"/>
                </a:cubicBezTo>
                <a:cubicBezTo>
                  <a:pt x="6145" y="7023"/>
                  <a:pt x="6138" y="7005"/>
                  <a:pt x="6136" y="7001"/>
                </a:cubicBezTo>
                <a:lnTo>
                  <a:pt x="6136" y="7001"/>
                </a:lnTo>
                <a:cubicBezTo>
                  <a:pt x="6133" y="6994"/>
                  <a:pt x="6128" y="6979"/>
                  <a:pt x="6127" y="6975"/>
                </a:cubicBezTo>
                <a:cubicBezTo>
                  <a:pt x="6123" y="6962"/>
                  <a:pt x="6119" y="6949"/>
                  <a:pt x="6116" y="6936"/>
                </a:cubicBezTo>
                <a:cubicBezTo>
                  <a:pt x="6113" y="6923"/>
                  <a:pt x="6110" y="6910"/>
                  <a:pt x="6107" y="6897"/>
                </a:cubicBezTo>
                <a:cubicBezTo>
                  <a:pt x="6107" y="6897"/>
                  <a:pt x="6107" y="6896"/>
                  <a:pt x="6107" y="6895"/>
                </a:cubicBezTo>
                <a:lnTo>
                  <a:pt x="6107" y="6895"/>
                </a:lnTo>
                <a:cubicBezTo>
                  <a:pt x="6107" y="6894"/>
                  <a:pt x="6106" y="6879"/>
                  <a:pt x="6106" y="6877"/>
                </a:cubicBezTo>
                <a:cubicBezTo>
                  <a:pt x="6103" y="6848"/>
                  <a:pt x="6102" y="6820"/>
                  <a:pt x="6103" y="6791"/>
                </a:cubicBezTo>
                <a:cubicBezTo>
                  <a:pt x="6103" y="6775"/>
                  <a:pt x="6104" y="6761"/>
                  <a:pt x="6106" y="6745"/>
                </a:cubicBezTo>
                <a:cubicBezTo>
                  <a:pt x="6106" y="6745"/>
                  <a:pt x="6108" y="6732"/>
                  <a:pt x="6107" y="6732"/>
                </a:cubicBezTo>
                <a:lnTo>
                  <a:pt x="6107" y="6732"/>
                </a:lnTo>
                <a:cubicBezTo>
                  <a:pt x="6108" y="6727"/>
                  <a:pt x="6109" y="6722"/>
                  <a:pt x="6109" y="6720"/>
                </a:cubicBezTo>
                <a:cubicBezTo>
                  <a:pt x="6161" y="6435"/>
                  <a:pt x="6379" y="6207"/>
                  <a:pt x="6601" y="6018"/>
                </a:cubicBezTo>
                <a:cubicBezTo>
                  <a:pt x="6788" y="5860"/>
                  <a:pt x="6987" y="5728"/>
                  <a:pt x="7193" y="5609"/>
                </a:cubicBezTo>
                <a:close/>
                <a:moveTo>
                  <a:pt x="2427" y="1"/>
                </a:moveTo>
                <a:cubicBezTo>
                  <a:pt x="2230" y="1"/>
                  <a:pt x="2033" y="23"/>
                  <a:pt x="1841" y="68"/>
                </a:cubicBezTo>
                <a:cubicBezTo>
                  <a:pt x="1481" y="153"/>
                  <a:pt x="1135" y="322"/>
                  <a:pt x="850" y="563"/>
                </a:cubicBezTo>
                <a:cubicBezTo>
                  <a:pt x="544" y="820"/>
                  <a:pt x="319" y="1164"/>
                  <a:pt x="186" y="1541"/>
                </a:cubicBezTo>
                <a:cubicBezTo>
                  <a:pt x="23" y="1999"/>
                  <a:pt x="0" y="2501"/>
                  <a:pt x="60" y="2982"/>
                </a:cubicBezTo>
                <a:cubicBezTo>
                  <a:pt x="98" y="3284"/>
                  <a:pt x="164" y="3580"/>
                  <a:pt x="253" y="3873"/>
                </a:cubicBezTo>
                <a:cubicBezTo>
                  <a:pt x="272" y="3935"/>
                  <a:pt x="323" y="3963"/>
                  <a:pt x="374" y="3963"/>
                </a:cubicBezTo>
                <a:cubicBezTo>
                  <a:pt x="452" y="3963"/>
                  <a:pt x="532" y="3900"/>
                  <a:pt x="502" y="3803"/>
                </a:cubicBezTo>
                <a:lnTo>
                  <a:pt x="502" y="3803"/>
                </a:lnTo>
                <a:lnTo>
                  <a:pt x="502" y="3805"/>
                </a:lnTo>
                <a:cubicBezTo>
                  <a:pt x="344" y="3287"/>
                  <a:pt x="253" y="2773"/>
                  <a:pt x="301" y="2231"/>
                </a:cubicBezTo>
                <a:cubicBezTo>
                  <a:pt x="304" y="2205"/>
                  <a:pt x="307" y="2179"/>
                  <a:pt x="309" y="2153"/>
                </a:cubicBezTo>
                <a:cubicBezTo>
                  <a:pt x="311" y="2139"/>
                  <a:pt x="312" y="2124"/>
                  <a:pt x="314" y="2111"/>
                </a:cubicBezTo>
                <a:lnTo>
                  <a:pt x="314" y="2111"/>
                </a:lnTo>
                <a:cubicBezTo>
                  <a:pt x="313" y="2117"/>
                  <a:pt x="313" y="2119"/>
                  <a:pt x="313" y="2119"/>
                </a:cubicBezTo>
                <a:cubicBezTo>
                  <a:pt x="313" y="2119"/>
                  <a:pt x="317" y="2092"/>
                  <a:pt x="318" y="2087"/>
                </a:cubicBezTo>
                <a:cubicBezTo>
                  <a:pt x="325" y="2033"/>
                  <a:pt x="335" y="1980"/>
                  <a:pt x="347" y="1928"/>
                </a:cubicBezTo>
                <a:cubicBezTo>
                  <a:pt x="367" y="1829"/>
                  <a:pt x="394" y="1731"/>
                  <a:pt x="427" y="1636"/>
                </a:cubicBezTo>
                <a:cubicBezTo>
                  <a:pt x="443" y="1590"/>
                  <a:pt x="461" y="1544"/>
                  <a:pt x="479" y="1498"/>
                </a:cubicBezTo>
                <a:cubicBezTo>
                  <a:pt x="481" y="1495"/>
                  <a:pt x="481" y="1493"/>
                  <a:pt x="481" y="1493"/>
                </a:cubicBezTo>
                <a:lnTo>
                  <a:pt x="481" y="1493"/>
                </a:lnTo>
                <a:cubicBezTo>
                  <a:pt x="481" y="1493"/>
                  <a:pt x="481" y="1494"/>
                  <a:pt x="481" y="1494"/>
                </a:cubicBezTo>
                <a:lnTo>
                  <a:pt x="481" y="1494"/>
                </a:lnTo>
                <a:cubicBezTo>
                  <a:pt x="482" y="1491"/>
                  <a:pt x="483" y="1489"/>
                  <a:pt x="484" y="1487"/>
                </a:cubicBezTo>
                <a:cubicBezTo>
                  <a:pt x="489" y="1475"/>
                  <a:pt x="494" y="1464"/>
                  <a:pt x="499" y="1454"/>
                </a:cubicBezTo>
                <a:cubicBezTo>
                  <a:pt x="509" y="1432"/>
                  <a:pt x="520" y="1410"/>
                  <a:pt x="530" y="1389"/>
                </a:cubicBezTo>
                <a:cubicBezTo>
                  <a:pt x="571" y="1305"/>
                  <a:pt x="617" y="1226"/>
                  <a:pt x="669" y="1148"/>
                </a:cubicBezTo>
                <a:cubicBezTo>
                  <a:pt x="681" y="1131"/>
                  <a:pt x="694" y="1114"/>
                  <a:pt x="705" y="1097"/>
                </a:cubicBezTo>
                <a:cubicBezTo>
                  <a:pt x="712" y="1088"/>
                  <a:pt x="718" y="1079"/>
                  <a:pt x="725" y="1069"/>
                </a:cubicBezTo>
                <a:cubicBezTo>
                  <a:pt x="728" y="1065"/>
                  <a:pt x="740" y="1051"/>
                  <a:pt x="743" y="1046"/>
                </a:cubicBezTo>
                <a:lnTo>
                  <a:pt x="743" y="1046"/>
                </a:lnTo>
                <a:cubicBezTo>
                  <a:pt x="747" y="1041"/>
                  <a:pt x="753" y="1034"/>
                  <a:pt x="756" y="1032"/>
                </a:cubicBezTo>
                <a:cubicBezTo>
                  <a:pt x="761" y="1023"/>
                  <a:pt x="767" y="1016"/>
                  <a:pt x="773" y="1009"/>
                </a:cubicBezTo>
                <a:cubicBezTo>
                  <a:pt x="789" y="990"/>
                  <a:pt x="804" y="973"/>
                  <a:pt x="820" y="956"/>
                </a:cubicBezTo>
                <a:cubicBezTo>
                  <a:pt x="878" y="889"/>
                  <a:pt x="940" y="828"/>
                  <a:pt x="1006" y="771"/>
                </a:cubicBezTo>
                <a:cubicBezTo>
                  <a:pt x="1020" y="757"/>
                  <a:pt x="1036" y="744"/>
                  <a:pt x="1052" y="733"/>
                </a:cubicBezTo>
                <a:cubicBezTo>
                  <a:pt x="1059" y="725"/>
                  <a:pt x="1068" y="718"/>
                  <a:pt x="1076" y="711"/>
                </a:cubicBezTo>
                <a:lnTo>
                  <a:pt x="1084" y="706"/>
                </a:lnTo>
                <a:lnTo>
                  <a:pt x="1084" y="706"/>
                </a:lnTo>
                <a:cubicBezTo>
                  <a:pt x="1084" y="706"/>
                  <a:pt x="1085" y="705"/>
                  <a:pt x="1086" y="704"/>
                </a:cubicBezTo>
                <a:cubicBezTo>
                  <a:pt x="1121" y="678"/>
                  <a:pt x="1156" y="652"/>
                  <a:pt x="1192" y="629"/>
                </a:cubicBezTo>
                <a:cubicBezTo>
                  <a:pt x="1262" y="581"/>
                  <a:pt x="1335" y="538"/>
                  <a:pt x="1410" y="499"/>
                </a:cubicBezTo>
                <a:cubicBezTo>
                  <a:pt x="1446" y="481"/>
                  <a:pt x="1484" y="463"/>
                  <a:pt x="1521" y="446"/>
                </a:cubicBezTo>
                <a:cubicBezTo>
                  <a:pt x="1530" y="442"/>
                  <a:pt x="1538" y="438"/>
                  <a:pt x="1547" y="435"/>
                </a:cubicBezTo>
                <a:lnTo>
                  <a:pt x="1547" y="435"/>
                </a:lnTo>
                <a:cubicBezTo>
                  <a:pt x="1550" y="433"/>
                  <a:pt x="1554" y="432"/>
                  <a:pt x="1557" y="430"/>
                </a:cubicBezTo>
                <a:cubicBezTo>
                  <a:pt x="1576" y="423"/>
                  <a:pt x="1596" y="415"/>
                  <a:pt x="1616" y="407"/>
                </a:cubicBezTo>
                <a:cubicBezTo>
                  <a:pt x="1694" y="379"/>
                  <a:pt x="1774" y="353"/>
                  <a:pt x="1856" y="331"/>
                </a:cubicBezTo>
                <a:cubicBezTo>
                  <a:pt x="1938" y="311"/>
                  <a:pt x="2020" y="294"/>
                  <a:pt x="2104" y="282"/>
                </a:cubicBezTo>
                <a:cubicBezTo>
                  <a:pt x="2106" y="282"/>
                  <a:pt x="2111" y="281"/>
                  <a:pt x="2116" y="280"/>
                </a:cubicBezTo>
                <a:lnTo>
                  <a:pt x="2116" y="280"/>
                </a:lnTo>
                <a:cubicBezTo>
                  <a:pt x="2116" y="280"/>
                  <a:pt x="2116" y="280"/>
                  <a:pt x="2116" y="280"/>
                </a:cubicBezTo>
                <a:cubicBezTo>
                  <a:pt x="2116" y="280"/>
                  <a:pt x="2118" y="280"/>
                  <a:pt x="2123" y="279"/>
                </a:cubicBezTo>
                <a:cubicBezTo>
                  <a:pt x="2127" y="279"/>
                  <a:pt x="2129" y="278"/>
                  <a:pt x="2128" y="278"/>
                </a:cubicBezTo>
                <a:lnTo>
                  <a:pt x="2128" y="278"/>
                </a:lnTo>
                <a:cubicBezTo>
                  <a:pt x="2128" y="278"/>
                  <a:pt x="2122" y="279"/>
                  <a:pt x="2116" y="280"/>
                </a:cubicBezTo>
                <a:lnTo>
                  <a:pt x="2116" y="280"/>
                </a:lnTo>
                <a:cubicBezTo>
                  <a:pt x="2115" y="280"/>
                  <a:pt x="2138" y="276"/>
                  <a:pt x="2140" y="276"/>
                </a:cubicBezTo>
                <a:cubicBezTo>
                  <a:pt x="2161" y="274"/>
                  <a:pt x="2182" y="272"/>
                  <a:pt x="2203" y="271"/>
                </a:cubicBezTo>
                <a:cubicBezTo>
                  <a:pt x="2245" y="266"/>
                  <a:pt x="2287" y="263"/>
                  <a:pt x="2328" y="262"/>
                </a:cubicBezTo>
                <a:cubicBezTo>
                  <a:pt x="2363" y="260"/>
                  <a:pt x="2398" y="259"/>
                  <a:pt x="2433" y="259"/>
                </a:cubicBezTo>
                <a:cubicBezTo>
                  <a:pt x="2482" y="259"/>
                  <a:pt x="2530" y="261"/>
                  <a:pt x="2579" y="263"/>
                </a:cubicBezTo>
                <a:cubicBezTo>
                  <a:pt x="2620" y="266"/>
                  <a:pt x="2661" y="271"/>
                  <a:pt x="2703" y="275"/>
                </a:cubicBezTo>
                <a:cubicBezTo>
                  <a:pt x="2711" y="275"/>
                  <a:pt x="2720" y="276"/>
                  <a:pt x="2730" y="278"/>
                </a:cubicBezTo>
                <a:cubicBezTo>
                  <a:pt x="2732" y="278"/>
                  <a:pt x="2734" y="278"/>
                  <a:pt x="2737" y="278"/>
                </a:cubicBezTo>
                <a:lnTo>
                  <a:pt x="2737" y="278"/>
                </a:lnTo>
                <a:cubicBezTo>
                  <a:pt x="2758" y="282"/>
                  <a:pt x="2780" y="285"/>
                  <a:pt x="2800" y="288"/>
                </a:cubicBezTo>
                <a:cubicBezTo>
                  <a:pt x="2962" y="315"/>
                  <a:pt x="3121" y="360"/>
                  <a:pt x="3274" y="420"/>
                </a:cubicBezTo>
                <a:cubicBezTo>
                  <a:pt x="3282" y="423"/>
                  <a:pt x="3290" y="428"/>
                  <a:pt x="3298" y="430"/>
                </a:cubicBezTo>
                <a:cubicBezTo>
                  <a:pt x="3303" y="432"/>
                  <a:pt x="3304" y="433"/>
                  <a:pt x="3305" y="433"/>
                </a:cubicBezTo>
                <a:cubicBezTo>
                  <a:pt x="3305" y="433"/>
                  <a:pt x="3294" y="428"/>
                  <a:pt x="3295" y="428"/>
                </a:cubicBezTo>
                <a:lnTo>
                  <a:pt x="3295" y="428"/>
                </a:lnTo>
                <a:cubicBezTo>
                  <a:pt x="3295" y="428"/>
                  <a:pt x="3297" y="429"/>
                  <a:pt x="3304" y="432"/>
                </a:cubicBezTo>
                <a:cubicBezTo>
                  <a:pt x="3323" y="442"/>
                  <a:pt x="3343" y="451"/>
                  <a:pt x="3363" y="459"/>
                </a:cubicBezTo>
                <a:cubicBezTo>
                  <a:pt x="3398" y="476"/>
                  <a:pt x="3434" y="494"/>
                  <a:pt x="3468" y="512"/>
                </a:cubicBezTo>
                <a:cubicBezTo>
                  <a:pt x="3575" y="570"/>
                  <a:pt x="3678" y="638"/>
                  <a:pt x="3775" y="711"/>
                </a:cubicBezTo>
                <a:cubicBezTo>
                  <a:pt x="3978" y="864"/>
                  <a:pt x="4178" y="1075"/>
                  <a:pt x="4324" y="1281"/>
                </a:cubicBezTo>
                <a:cubicBezTo>
                  <a:pt x="4654" y="1746"/>
                  <a:pt x="4839" y="2287"/>
                  <a:pt x="4920" y="2852"/>
                </a:cubicBezTo>
                <a:cubicBezTo>
                  <a:pt x="4970" y="3209"/>
                  <a:pt x="4973" y="3578"/>
                  <a:pt x="4935" y="3944"/>
                </a:cubicBezTo>
                <a:lnTo>
                  <a:pt x="4935" y="3944"/>
                </a:lnTo>
                <a:cubicBezTo>
                  <a:pt x="4590" y="4016"/>
                  <a:pt x="4254" y="4133"/>
                  <a:pt x="3937" y="4277"/>
                </a:cubicBezTo>
                <a:cubicBezTo>
                  <a:pt x="3645" y="4411"/>
                  <a:pt x="3366" y="4572"/>
                  <a:pt x="3105" y="4760"/>
                </a:cubicBezTo>
                <a:cubicBezTo>
                  <a:pt x="2846" y="4950"/>
                  <a:pt x="2603" y="5159"/>
                  <a:pt x="2400" y="5404"/>
                </a:cubicBezTo>
                <a:cubicBezTo>
                  <a:pt x="2098" y="5765"/>
                  <a:pt x="1875" y="6292"/>
                  <a:pt x="1973" y="6769"/>
                </a:cubicBezTo>
                <a:cubicBezTo>
                  <a:pt x="2018" y="6991"/>
                  <a:pt x="2161" y="7187"/>
                  <a:pt x="2370" y="7280"/>
                </a:cubicBezTo>
                <a:cubicBezTo>
                  <a:pt x="2500" y="7339"/>
                  <a:pt x="2638" y="7364"/>
                  <a:pt x="2777" y="7364"/>
                </a:cubicBezTo>
                <a:cubicBezTo>
                  <a:pt x="2921" y="7364"/>
                  <a:pt x="3066" y="7337"/>
                  <a:pt x="3203" y="7293"/>
                </a:cubicBezTo>
                <a:cubicBezTo>
                  <a:pt x="3504" y="7198"/>
                  <a:pt x="3783" y="7030"/>
                  <a:pt x="4015" y="6817"/>
                </a:cubicBezTo>
                <a:cubicBezTo>
                  <a:pt x="4245" y="6602"/>
                  <a:pt x="4426" y="6300"/>
                  <a:pt x="4576" y="6012"/>
                </a:cubicBezTo>
                <a:cubicBezTo>
                  <a:pt x="4874" y="5437"/>
                  <a:pt x="5078" y="4809"/>
                  <a:pt x="5168" y="4166"/>
                </a:cubicBezTo>
                <a:lnTo>
                  <a:pt x="5168" y="4166"/>
                </a:lnTo>
                <a:cubicBezTo>
                  <a:pt x="5295" y="4146"/>
                  <a:pt x="5423" y="4133"/>
                  <a:pt x="5556" y="4129"/>
                </a:cubicBezTo>
                <a:cubicBezTo>
                  <a:pt x="5589" y="4127"/>
                  <a:pt x="5622" y="4127"/>
                  <a:pt x="5656" y="4127"/>
                </a:cubicBezTo>
                <a:cubicBezTo>
                  <a:pt x="5689" y="4127"/>
                  <a:pt x="5722" y="4127"/>
                  <a:pt x="5756" y="4129"/>
                </a:cubicBezTo>
                <a:cubicBezTo>
                  <a:pt x="5786" y="4129"/>
                  <a:pt x="5817" y="4132"/>
                  <a:pt x="5847" y="4134"/>
                </a:cubicBezTo>
                <a:cubicBezTo>
                  <a:pt x="5887" y="4139"/>
                  <a:pt x="5884" y="4137"/>
                  <a:pt x="5927" y="4145"/>
                </a:cubicBezTo>
                <a:cubicBezTo>
                  <a:pt x="5989" y="4156"/>
                  <a:pt x="6051" y="4170"/>
                  <a:pt x="6112" y="4189"/>
                </a:cubicBezTo>
                <a:cubicBezTo>
                  <a:pt x="6139" y="4198"/>
                  <a:pt x="6166" y="4206"/>
                  <a:pt x="6192" y="4216"/>
                </a:cubicBezTo>
                <a:cubicBezTo>
                  <a:pt x="6208" y="4222"/>
                  <a:pt x="6221" y="4227"/>
                  <a:pt x="6235" y="4232"/>
                </a:cubicBezTo>
                <a:cubicBezTo>
                  <a:pt x="6260" y="4242"/>
                  <a:pt x="6243" y="4235"/>
                  <a:pt x="6266" y="4245"/>
                </a:cubicBezTo>
                <a:cubicBezTo>
                  <a:pt x="6493" y="4352"/>
                  <a:pt x="6664" y="4484"/>
                  <a:pt x="6824" y="4680"/>
                </a:cubicBezTo>
                <a:cubicBezTo>
                  <a:pt x="6828" y="4685"/>
                  <a:pt x="6843" y="4703"/>
                  <a:pt x="6843" y="4703"/>
                </a:cubicBezTo>
                <a:cubicBezTo>
                  <a:pt x="6843" y="4703"/>
                  <a:pt x="6843" y="4703"/>
                  <a:pt x="6843" y="4703"/>
                </a:cubicBezTo>
                <a:cubicBezTo>
                  <a:pt x="6841" y="4701"/>
                  <a:pt x="6840" y="4700"/>
                  <a:pt x="6840" y="4700"/>
                </a:cubicBezTo>
                <a:lnTo>
                  <a:pt x="6840" y="4700"/>
                </a:lnTo>
                <a:cubicBezTo>
                  <a:pt x="6840" y="4700"/>
                  <a:pt x="6852" y="4715"/>
                  <a:pt x="6853" y="4716"/>
                </a:cubicBezTo>
                <a:cubicBezTo>
                  <a:pt x="6856" y="4722"/>
                  <a:pt x="6860" y="4727"/>
                  <a:pt x="6864" y="4732"/>
                </a:cubicBezTo>
                <a:cubicBezTo>
                  <a:pt x="6881" y="4758"/>
                  <a:pt x="6900" y="4783"/>
                  <a:pt x="6916" y="4809"/>
                </a:cubicBezTo>
                <a:cubicBezTo>
                  <a:pt x="6951" y="4861"/>
                  <a:pt x="6982" y="4916"/>
                  <a:pt x="7010" y="4972"/>
                </a:cubicBezTo>
                <a:cubicBezTo>
                  <a:pt x="7066" y="5081"/>
                  <a:pt x="7105" y="5182"/>
                  <a:pt x="7138" y="5310"/>
                </a:cubicBezTo>
                <a:cubicBezTo>
                  <a:pt x="7140" y="5318"/>
                  <a:pt x="7142" y="5327"/>
                  <a:pt x="7144" y="5335"/>
                </a:cubicBezTo>
                <a:lnTo>
                  <a:pt x="7144" y="5335"/>
                </a:lnTo>
                <a:cubicBezTo>
                  <a:pt x="6849" y="5499"/>
                  <a:pt x="6570" y="5691"/>
                  <a:pt x="6326" y="5917"/>
                </a:cubicBezTo>
                <a:cubicBezTo>
                  <a:pt x="6086" y="6139"/>
                  <a:pt x="5878" y="6411"/>
                  <a:pt x="5847" y="6745"/>
                </a:cubicBezTo>
                <a:cubicBezTo>
                  <a:pt x="5824" y="6985"/>
                  <a:pt x="5917" y="7266"/>
                  <a:pt x="6145" y="7382"/>
                </a:cubicBezTo>
                <a:cubicBezTo>
                  <a:pt x="6221" y="7421"/>
                  <a:pt x="6300" y="7438"/>
                  <a:pt x="6380" y="7438"/>
                </a:cubicBezTo>
                <a:cubicBezTo>
                  <a:pt x="6590" y="7438"/>
                  <a:pt x="6800" y="7318"/>
                  <a:pt x="6949" y="7171"/>
                </a:cubicBezTo>
                <a:cubicBezTo>
                  <a:pt x="7185" y="6936"/>
                  <a:pt x="7326" y="6607"/>
                  <a:pt x="7401" y="6287"/>
                </a:cubicBezTo>
                <a:cubicBezTo>
                  <a:pt x="7462" y="6022"/>
                  <a:pt x="7474" y="5745"/>
                  <a:pt x="7435" y="5475"/>
                </a:cubicBezTo>
                <a:lnTo>
                  <a:pt x="7435" y="5475"/>
                </a:lnTo>
                <a:cubicBezTo>
                  <a:pt x="7870" y="5247"/>
                  <a:pt x="8329" y="5077"/>
                  <a:pt x="8818" y="4975"/>
                </a:cubicBezTo>
                <a:cubicBezTo>
                  <a:pt x="9065" y="4924"/>
                  <a:pt x="9300" y="4894"/>
                  <a:pt x="9556" y="4894"/>
                </a:cubicBezTo>
                <a:cubicBezTo>
                  <a:pt x="9574" y="4894"/>
                  <a:pt x="9591" y="4894"/>
                  <a:pt x="9608" y="4894"/>
                </a:cubicBezTo>
                <a:cubicBezTo>
                  <a:pt x="9673" y="4896"/>
                  <a:pt x="9739" y="4899"/>
                  <a:pt x="9804" y="4904"/>
                </a:cubicBezTo>
                <a:cubicBezTo>
                  <a:pt x="9834" y="4906"/>
                  <a:pt x="9865" y="4909"/>
                  <a:pt x="9893" y="4913"/>
                </a:cubicBezTo>
                <a:cubicBezTo>
                  <a:pt x="9895" y="4913"/>
                  <a:pt x="9903" y="4914"/>
                  <a:pt x="9909" y="4914"/>
                </a:cubicBezTo>
                <a:lnTo>
                  <a:pt x="9909" y="4914"/>
                </a:lnTo>
                <a:cubicBezTo>
                  <a:pt x="9913" y="4915"/>
                  <a:pt x="9921" y="4916"/>
                  <a:pt x="9921" y="4916"/>
                </a:cubicBezTo>
                <a:cubicBezTo>
                  <a:pt x="9939" y="4919"/>
                  <a:pt x="9957" y="4922"/>
                  <a:pt x="9975" y="4924"/>
                </a:cubicBezTo>
                <a:cubicBezTo>
                  <a:pt x="10099" y="4945"/>
                  <a:pt x="10221" y="4975"/>
                  <a:pt x="10339" y="5017"/>
                </a:cubicBezTo>
                <a:cubicBezTo>
                  <a:pt x="10401" y="5040"/>
                  <a:pt x="10426" y="5050"/>
                  <a:pt x="10479" y="5074"/>
                </a:cubicBezTo>
                <a:cubicBezTo>
                  <a:pt x="10534" y="5100"/>
                  <a:pt x="10586" y="5127"/>
                  <a:pt x="10636" y="5158"/>
                </a:cubicBezTo>
                <a:cubicBezTo>
                  <a:pt x="10747" y="5225"/>
                  <a:pt x="10817" y="5281"/>
                  <a:pt x="10909" y="5371"/>
                </a:cubicBezTo>
                <a:cubicBezTo>
                  <a:pt x="10936" y="5396"/>
                  <a:pt x="10966" y="5407"/>
                  <a:pt x="10995" y="5407"/>
                </a:cubicBezTo>
                <a:cubicBezTo>
                  <a:pt x="11096" y="5407"/>
                  <a:pt x="11185" y="5278"/>
                  <a:pt x="11092" y="5188"/>
                </a:cubicBezTo>
                <a:cubicBezTo>
                  <a:pt x="10691" y="4796"/>
                  <a:pt x="10138" y="4640"/>
                  <a:pt x="9587" y="4635"/>
                </a:cubicBezTo>
                <a:cubicBezTo>
                  <a:pt x="9578" y="4635"/>
                  <a:pt x="9570" y="4635"/>
                  <a:pt x="9561" y="4635"/>
                </a:cubicBezTo>
                <a:cubicBezTo>
                  <a:pt x="8986" y="4635"/>
                  <a:pt x="8411" y="4779"/>
                  <a:pt x="7877" y="4991"/>
                </a:cubicBezTo>
                <a:cubicBezTo>
                  <a:pt x="7710" y="5057"/>
                  <a:pt x="7543" y="5130"/>
                  <a:pt x="7379" y="5212"/>
                </a:cubicBezTo>
                <a:lnTo>
                  <a:pt x="7379" y="5212"/>
                </a:lnTo>
                <a:cubicBezTo>
                  <a:pt x="7322" y="5009"/>
                  <a:pt x="7233" y="4815"/>
                  <a:pt x="7113" y="4640"/>
                </a:cubicBezTo>
                <a:cubicBezTo>
                  <a:pt x="6799" y="4180"/>
                  <a:pt x="6294" y="3884"/>
                  <a:pt x="5735" y="3868"/>
                </a:cubicBezTo>
                <a:cubicBezTo>
                  <a:pt x="5706" y="3867"/>
                  <a:pt x="5678" y="3867"/>
                  <a:pt x="5649" y="3867"/>
                </a:cubicBezTo>
                <a:cubicBezTo>
                  <a:pt x="5499" y="3867"/>
                  <a:pt x="5348" y="3878"/>
                  <a:pt x="5199" y="3898"/>
                </a:cubicBezTo>
                <a:lnTo>
                  <a:pt x="5199" y="3898"/>
                </a:lnTo>
                <a:cubicBezTo>
                  <a:pt x="5252" y="3294"/>
                  <a:pt x="5198" y="2672"/>
                  <a:pt x="5011" y="2094"/>
                </a:cubicBezTo>
                <a:cubicBezTo>
                  <a:pt x="4827" y="1525"/>
                  <a:pt x="4511" y="993"/>
                  <a:pt x="4054" y="605"/>
                </a:cubicBezTo>
                <a:cubicBezTo>
                  <a:pt x="3729" y="331"/>
                  <a:pt x="3352" y="133"/>
                  <a:pt x="2934" y="50"/>
                </a:cubicBezTo>
                <a:cubicBezTo>
                  <a:pt x="2767" y="17"/>
                  <a:pt x="2597" y="1"/>
                  <a:pt x="2427" y="1"/>
                </a:cubicBezTo>
                <a:close/>
              </a:path>
            </a:pathLst>
          </a:custGeom>
          <a:solidFill>
            <a:schemeClr val="dk2"/>
          </a:solidFill>
          <a:ln w="9525">
            <a:solidFill>
              <a:srgbClr val="06B2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 rot="20530800">
            <a:off x="7188480" y="-53280"/>
            <a:ext cx="728640" cy="560520"/>
          </a:xfrm>
          <a:custGeom>
            <a:avLst/>
            <a:gdLst>
              <a:gd name="textAreaLeft" fmla="*/ 0 w 728640"/>
              <a:gd name="textAreaRight" fmla="*/ 729000 w 728640"/>
              <a:gd name="textAreaTop" fmla="*/ 0 h 560520"/>
              <a:gd name="textAreaBottom" fmla="*/ 560880 h 560520"/>
            </a:gdLst>
            <a:ahLst/>
            <a:cxnLst/>
            <a:rect l="textAreaLeft" t="textAreaTop" r="textAreaRight" b="textAreaBottom"/>
            <a:pathLst>
              <a:path w="6026" h="4612">
                <a:moveTo>
                  <a:pt x="1541" y="311"/>
                </a:moveTo>
                <a:lnTo>
                  <a:pt x="1539" y="311"/>
                </a:lnTo>
                <a:cubicBezTo>
                  <a:pt x="1539" y="311"/>
                  <a:pt x="1540" y="311"/>
                  <a:pt x="1541" y="311"/>
                </a:cubicBezTo>
                <a:close/>
                <a:moveTo>
                  <a:pt x="1668" y="307"/>
                </a:moveTo>
                <a:lnTo>
                  <a:pt x="1668" y="307"/>
                </a:lnTo>
                <a:cubicBezTo>
                  <a:pt x="1679" y="308"/>
                  <a:pt x="1689" y="309"/>
                  <a:pt x="1700" y="311"/>
                </a:cubicBezTo>
                <a:lnTo>
                  <a:pt x="1668" y="307"/>
                </a:lnTo>
                <a:close/>
                <a:moveTo>
                  <a:pt x="1773" y="335"/>
                </a:moveTo>
                <a:cubicBezTo>
                  <a:pt x="1787" y="342"/>
                  <a:pt x="1793" y="345"/>
                  <a:pt x="1793" y="345"/>
                </a:cubicBezTo>
                <a:cubicBezTo>
                  <a:pt x="1794" y="345"/>
                  <a:pt x="1782" y="338"/>
                  <a:pt x="1775" y="335"/>
                </a:cubicBezTo>
                <a:cubicBezTo>
                  <a:pt x="1774" y="335"/>
                  <a:pt x="1774" y="335"/>
                  <a:pt x="1773" y="335"/>
                </a:cubicBezTo>
                <a:close/>
                <a:moveTo>
                  <a:pt x="1428" y="344"/>
                </a:moveTo>
                <a:cubicBezTo>
                  <a:pt x="1427" y="344"/>
                  <a:pt x="1425" y="345"/>
                  <a:pt x="1422" y="346"/>
                </a:cubicBezTo>
                <a:lnTo>
                  <a:pt x="1422" y="346"/>
                </a:lnTo>
                <a:cubicBezTo>
                  <a:pt x="1424" y="345"/>
                  <a:pt x="1426" y="344"/>
                  <a:pt x="1428" y="344"/>
                </a:cubicBezTo>
                <a:close/>
                <a:moveTo>
                  <a:pt x="973" y="717"/>
                </a:moveTo>
                <a:lnTo>
                  <a:pt x="973" y="717"/>
                </a:lnTo>
                <a:cubicBezTo>
                  <a:pt x="973" y="717"/>
                  <a:pt x="969" y="721"/>
                  <a:pt x="966" y="725"/>
                </a:cubicBezTo>
                <a:lnTo>
                  <a:pt x="966" y="725"/>
                </a:lnTo>
                <a:cubicBezTo>
                  <a:pt x="967" y="724"/>
                  <a:pt x="969" y="722"/>
                  <a:pt x="970" y="721"/>
                </a:cubicBezTo>
                <a:cubicBezTo>
                  <a:pt x="972" y="718"/>
                  <a:pt x="973" y="717"/>
                  <a:pt x="973" y="717"/>
                </a:cubicBezTo>
                <a:close/>
                <a:moveTo>
                  <a:pt x="959" y="735"/>
                </a:moveTo>
                <a:cubicBezTo>
                  <a:pt x="959" y="735"/>
                  <a:pt x="959" y="735"/>
                  <a:pt x="959" y="735"/>
                </a:cubicBezTo>
                <a:cubicBezTo>
                  <a:pt x="959" y="735"/>
                  <a:pt x="959" y="735"/>
                  <a:pt x="959" y="735"/>
                </a:cubicBezTo>
                <a:cubicBezTo>
                  <a:pt x="959" y="735"/>
                  <a:pt x="959" y="735"/>
                  <a:pt x="959" y="735"/>
                </a:cubicBezTo>
                <a:close/>
                <a:moveTo>
                  <a:pt x="2107" y="819"/>
                </a:moveTo>
                <a:cubicBezTo>
                  <a:pt x="2108" y="822"/>
                  <a:pt x="2108" y="826"/>
                  <a:pt x="2109" y="830"/>
                </a:cubicBezTo>
                <a:lnTo>
                  <a:pt x="2109" y="830"/>
                </a:lnTo>
                <a:lnTo>
                  <a:pt x="2107" y="819"/>
                </a:lnTo>
                <a:close/>
                <a:moveTo>
                  <a:pt x="2111" y="844"/>
                </a:moveTo>
                <a:cubicBezTo>
                  <a:pt x="2111" y="849"/>
                  <a:pt x="2112" y="855"/>
                  <a:pt x="2113" y="860"/>
                </a:cubicBezTo>
                <a:lnTo>
                  <a:pt x="2111" y="844"/>
                </a:lnTo>
                <a:close/>
                <a:moveTo>
                  <a:pt x="4979" y="1913"/>
                </a:moveTo>
                <a:cubicBezTo>
                  <a:pt x="4983" y="1915"/>
                  <a:pt x="4988" y="1918"/>
                  <a:pt x="4988" y="1918"/>
                </a:cubicBezTo>
                <a:cubicBezTo>
                  <a:pt x="4988" y="1918"/>
                  <a:pt x="4985" y="1916"/>
                  <a:pt x="4979" y="1913"/>
                </a:cubicBezTo>
                <a:close/>
                <a:moveTo>
                  <a:pt x="5237" y="2061"/>
                </a:moveTo>
                <a:cubicBezTo>
                  <a:pt x="5237" y="2061"/>
                  <a:pt x="5248" y="2069"/>
                  <a:pt x="5253" y="2072"/>
                </a:cubicBezTo>
                <a:cubicBezTo>
                  <a:pt x="5253" y="2073"/>
                  <a:pt x="5254" y="2073"/>
                  <a:pt x="5254" y="2073"/>
                </a:cubicBezTo>
                <a:lnTo>
                  <a:pt x="5254" y="2073"/>
                </a:lnTo>
                <a:cubicBezTo>
                  <a:pt x="5242" y="2064"/>
                  <a:pt x="5237" y="2061"/>
                  <a:pt x="5237" y="2061"/>
                </a:cubicBezTo>
                <a:close/>
                <a:moveTo>
                  <a:pt x="5660" y="2730"/>
                </a:moveTo>
                <a:lnTo>
                  <a:pt x="5660" y="2730"/>
                </a:lnTo>
                <a:cubicBezTo>
                  <a:pt x="5660" y="2732"/>
                  <a:pt x="5661" y="2735"/>
                  <a:pt x="5661" y="2738"/>
                </a:cubicBezTo>
                <a:lnTo>
                  <a:pt x="5661" y="2738"/>
                </a:lnTo>
                <a:lnTo>
                  <a:pt x="5660" y="2730"/>
                </a:lnTo>
                <a:close/>
                <a:moveTo>
                  <a:pt x="5662" y="2743"/>
                </a:moveTo>
                <a:cubicBezTo>
                  <a:pt x="5663" y="2752"/>
                  <a:pt x="5665" y="2762"/>
                  <a:pt x="5666" y="2771"/>
                </a:cubicBezTo>
                <a:lnTo>
                  <a:pt x="5662" y="2743"/>
                </a:lnTo>
                <a:close/>
                <a:moveTo>
                  <a:pt x="5497" y="3345"/>
                </a:moveTo>
                <a:cubicBezTo>
                  <a:pt x="5497" y="3345"/>
                  <a:pt x="5495" y="3347"/>
                  <a:pt x="5492" y="3351"/>
                </a:cubicBezTo>
                <a:lnTo>
                  <a:pt x="5492" y="3351"/>
                </a:lnTo>
                <a:cubicBezTo>
                  <a:pt x="5495" y="3348"/>
                  <a:pt x="5497" y="3345"/>
                  <a:pt x="5497" y="3345"/>
                </a:cubicBezTo>
                <a:close/>
                <a:moveTo>
                  <a:pt x="5482" y="3364"/>
                </a:moveTo>
                <a:cubicBezTo>
                  <a:pt x="5482" y="3364"/>
                  <a:pt x="5482" y="3364"/>
                  <a:pt x="5482" y="3364"/>
                </a:cubicBezTo>
                <a:cubicBezTo>
                  <a:pt x="5482" y="3364"/>
                  <a:pt x="5482" y="3364"/>
                  <a:pt x="5482" y="3364"/>
                </a:cubicBezTo>
                <a:close/>
                <a:moveTo>
                  <a:pt x="5260" y="3583"/>
                </a:moveTo>
                <a:lnTo>
                  <a:pt x="5260" y="3583"/>
                </a:lnTo>
                <a:cubicBezTo>
                  <a:pt x="5260" y="3583"/>
                  <a:pt x="5258" y="3584"/>
                  <a:pt x="5254" y="3587"/>
                </a:cubicBezTo>
                <a:cubicBezTo>
                  <a:pt x="5253" y="3588"/>
                  <a:pt x="5252" y="3589"/>
                  <a:pt x="5250" y="3590"/>
                </a:cubicBezTo>
                <a:lnTo>
                  <a:pt x="5250" y="3590"/>
                </a:lnTo>
                <a:cubicBezTo>
                  <a:pt x="5255" y="3587"/>
                  <a:pt x="5260" y="3583"/>
                  <a:pt x="5260" y="3583"/>
                </a:cubicBezTo>
                <a:close/>
                <a:moveTo>
                  <a:pt x="5247" y="3593"/>
                </a:moveTo>
                <a:cubicBezTo>
                  <a:pt x="5246" y="3594"/>
                  <a:pt x="5246" y="3594"/>
                  <a:pt x="5246" y="3595"/>
                </a:cubicBezTo>
                <a:cubicBezTo>
                  <a:pt x="5243" y="3596"/>
                  <a:pt x="5242" y="3597"/>
                  <a:pt x="5242" y="3597"/>
                </a:cubicBezTo>
                <a:cubicBezTo>
                  <a:pt x="5242" y="3597"/>
                  <a:pt x="5244" y="3595"/>
                  <a:pt x="5247" y="3593"/>
                </a:cubicBezTo>
                <a:close/>
                <a:moveTo>
                  <a:pt x="1618" y="0"/>
                </a:moveTo>
                <a:cubicBezTo>
                  <a:pt x="1515" y="0"/>
                  <a:pt x="1411" y="20"/>
                  <a:pt x="1317" y="59"/>
                </a:cubicBezTo>
                <a:cubicBezTo>
                  <a:pt x="1090" y="152"/>
                  <a:pt x="888" y="325"/>
                  <a:pt x="734" y="524"/>
                </a:cubicBezTo>
                <a:cubicBezTo>
                  <a:pt x="590" y="708"/>
                  <a:pt x="468" y="911"/>
                  <a:pt x="369" y="1122"/>
                </a:cubicBezTo>
                <a:cubicBezTo>
                  <a:pt x="167" y="1548"/>
                  <a:pt x="52" y="2009"/>
                  <a:pt x="26" y="2479"/>
                </a:cubicBezTo>
                <a:cubicBezTo>
                  <a:pt x="0" y="2950"/>
                  <a:pt x="62" y="3400"/>
                  <a:pt x="215" y="3829"/>
                </a:cubicBezTo>
                <a:cubicBezTo>
                  <a:pt x="233" y="3882"/>
                  <a:pt x="254" y="3933"/>
                  <a:pt x="274" y="3985"/>
                </a:cubicBezTo>
                <a:cubicBezTo>
                  <a:pt x="290" y="4023"/>
                  <a:pt x="307" y="4055"/>
                  <a:pt x="346" y="4077"/>
                </a:cubicBezTo>
                <a:cubicBezTo>
                  <a:pt x="368" y="4090"/>
                  <a:pt x="398" y="4099"/>
                  <a:pt x="426" y="4099"/>
                </a:cubicBezTo>
                <a:cubicBezTo>
                  <a:pt x="440" y="4099"/>
                  <a:pt x="453" y="4097"/>
                  <a:pt x="465" y="4093"/>
                </a:cubicBezTo>
                <a:cubicBezTo>
                  <a:pt x="503" y="4081"/>
                  <a:pt x="539" y="4057"/>
                  <a:pt x="557" y="4022"/>
                </a:cubicBezTo>
                <a:cubicBezTo>
                  <a:pt x="576" y="3986"/>
                  <a:pt x="589" y="3940"/>
                  <a:pt x="573" y="3903"/>
                </a:cubicBezTo>
                <a:lnTo>
                  <a:pt x="573" y="3901"/>
                </a:lnTo>
                <a:cubicBezTo>
                  <a:pt x="465" y="3641"/>
                  <a:pt x="393" y="3369"/>
                  <a:pt x="356" y="3091"/>
                </a:cubicBezTo>
                <a:lnTo>
                  <a:pt x="356" y="3091"/>
                </a:lnTo>
                <a:lnTo>
                  <a:pt x="362" y="3131"/>
                </a:lnTo>
                <a:cubicBezTo>
                  <a:pt x="320" y="2825"/>
                  <a:pt x="321" y="2514"/>
                  <a:pt x="362" y="2207"/>
                </a:cubicBezTo>
                <a:lnTo>
                  <a:pt x="362" y="2207"/>
                </a:lnTo>
                <a:lnTo>
                  <a:pt x="356" y="2249"/>
                </a:lnTo>
                <a:cubicBezTo>
                  <a:pt x="377" y="2085"/>
                  <a:pt x="410" y="1924"/>
                  <a:pt x="455" y="1766"/>
                </a:cubicBezTo>
                <a:cubicBezTo>
                  <a:pt x="478" y="1686"/>
                  <a:pt x="503" y="1609"/>
                  <a:pt x="531" y="1531"/>
                </a:cubicBezTo>
                <a:cubicBezTo>
                  <a:pt x="546" y="1491"/>
                  <a:pt x="560" y="1452"/>
                  <a:pt x="576" y="1412"/>
                </a:cubicBezTo>
                <a:cubicBezTo>
                  <a:pt x="579" y="1404"/>
                  <a:pt x="583" y="1396"/>
                  <a:pt x="586" y="1389"/>
                </a:cubicBezTo>
                <a:cubicBezTo>
                  <a:pt x="586" y="1388"/>
                  <a:pt x="586" y="1388"/>
                  <a:pt x="586" y="1387"/>
                </a:cubicBezTo>
                <a:lnTo>
                  <a:pt x="586" y="1387"/>
                </a:lnTo>
                <a:cubicBezTo>
                  <a:pt x="585" y="1391"/>
                  <a:pt x="583" y="1394"/>
                  <a:pt x="583" y="1394"/>
                </a:cubicBezTo>
                <a:cubicBezTo>
                  <a:pt x="583" y="1394"/>
                  <a:pt x="584" y="1393"/>
                  <a:pt x="585" y="1390"/>
                </a:cubicBezTo>
                <a:cubicBezTo>
                  <a:pt x="586" y="1388"/>
                  <a:pt x="587" y="1385"/>
                  <a:pt x="588" y="1383"/>
                </a:cubicBezTo>
                <a:lnTo>
                  <a:pt x="588" y="1383"/>
                </a:lnTo>
                <a:cubicBezTo>
                  <a:pt x="587" y="1384"/>
                  <a:pt x="587" y="1386"/>
                  <a:pt x="586" y="1387"/>
                </a:cubicBezTo>
                <a:lnTo>
                  <a:pt x="586" y="1387"/>
                </a:lnTo>
                <a:cubicBezTo>
                  <a:pt x="588" y="1384"/>
                  <a:pt x="589" y="1380"/>
                  <a:pt x="590" y="1377"/>
                </a:cubicBezTo>
                <a:lnTo>
                  <a:pt x="590" y="1377"/>
                </a:lnTo>
                <a:cubicBezTo>
                  <a:pt x="590" y="1379"/>
                  <a:pt x="589" y="1381"/>
                  <a:pt x="588" y="1383"/>
                </a:cubicBezTo>
                <a:lnTo>
                  <a:pt x="588" y="1383"/>
                </a:lnTo>
                <a:cubicBezTo>
                  <a:pt x="589" y="1379"/>
                  <a:pt x="591" y="1376"/>
                  <a:pt x="592" y="1373"/>
                </a:cubicBezTo>
                <a:cubicBezTo>
                  <a:pt x="592" y="1373"/>
                  <a:pt x="592" y="1373"/>
                  <a:pt x="592" y="1373"/>
                </a:cubicBezTo>
                <a:lnTo>
                  <a:pt x="592" y="1373"/>
                </a:lnTo>
                <a:cubicBezTo>
                  <a:pt x="592" y="1373"/>
                  <a:pt x="591" y="1375"/>
                  <a:pt x="590" y="1377"/>
                </a:cubicBezTo>
                <a:lnTo>
                  <a:pt x="590" y="1377"/>
                </a:lnTo>
                <a:cubicBezTo>
                  <a:pt x="597" y="1362"/>
                  <a:pt x="604" y="1347"/>
                  <a:pt x="611" y="1331"/>
                </a:cubicBezTo>
                <a:cubicBezTo>
                  <a:pt x="678" y="1180"/>
                  <a:pt x="757" y="1035"/>
                  <a:pt x="848" y="895"/>
                </a:cubicBezTo>
                <a:cubicBezTo>
                  <a:pt x="870" y="860"/>
                  <a:pt x="893" y="827"/>
                  <a:pt x="917" y="793"/>
                </a:cubicBezTo>
                <a:cubicBezTo>
                  <a:pt x="929" y="777"/>
                  <a:pt x="940" y="761"/>
                  <a:pt x="952" y="744"/>
                </a:cubicBezTo>
                <a:cubicBezTo>
                  <a:pt x="955" y="740"/>
                  <a:pt x="958" y="735"/>
                  <a:pt x="962" y="730"/>
                </a:cubicBezTo>
                <a:lnTo>
                  <a:pt x="962" y="730"/>
                </a:lnTo>
                <a:cubicBezTo>
                  <a:pt x="961" y="731"/>
                  <a:pt x="960" y="733"/>
                  <a:pt x="959" y="735"/>
                </a:cubicBezTo>
                <a:lnTo>
                  <a:pt x="959" y="735"/>
                </a:lnTo>
                <a:cubicBezTo>
                  <a:pt x="960" y="733"/>
                  <a:pt x="963" y="729"/>
                  <a:pt x="966" y="725"/>
                </a:cubicBezTo>
                <a:lnTo>
                  <a:pt x="966" y="725"/>
                </a:lnTo>
                <a:cubicBezTo>
                  <a:pt x="965" y="727"/>
                  <a:pt x="963" y="728"/>
                  <a:pt x="962" y="730"/>
                </a:cubicBezTo>
                <a:lnTo>
                  <a:pt x="962" y="730"/>
                </a:lnTo>
                <a:cubicBezTo>
                  <a:pt x="965" y="726"/>
                  <a:pt x="969" y="722"/>
                  <a:pt x="972" y="718"/>
                </a:cubicBezTo>
                <a:cubicBezTo>
                  <a:pt x="1026" y="650"/>
                  <a:pt x="1084" y="587"/>
                  <a:pt x="1147" y="529"/>
                </a:cubicBezTo>
                <a:cubicBezTo>
                  <a:pt x="1165" y="514"/>
                  <a:pt x="1183" y="498"/>
                  <a:pt x="1201" y="483"/>
                </a:cubicBezTo>
                <a:cubicBezTo>
                  <a:pt x="1207" y="478"/>
                  <a:pt x="1212" y="473"/>
                  <a:pt x="1218" y="469"/>
                </a:cubicBezTo>
                <a:lnTo>
                  <a:pt x="1218" y="469"/>
                </a:lnTo>
                <a:cubicBezTo>
                  <a:pt x="1224" y="466"/>
                  <a:pt x="1228" y="462"/>
                  <a:pt x="1232" y="459"/>
                </a:cubicBezTo>
                <a:cubicBezTo>
                  <a:pt x="1271" y="430"/>
                  <a:pt x="1311" y="404"/>
                  <a:pt x="1352" y="381"/>
                </a:cubicBezTo>
                <a:cubicBezTo>
                  <a:pt x="1371" y="372"/>
                  <a:pt x="1390" y="362"/>
                  <a:pt x="1409" y="353"/>
                </a:cubicBezTo>
                <a:lnTo>
                  <a:pt x="1409" y="353"/>
                </a:lnTo>
                <a:cubicBezTo>
                  <a:pt x="1410" y="352"/>
                  <a:pt x="1411" y="352"/>
                  <a:pt x="1413" y="351"/>
                </a:cubicBezTo>
                <a:cubicBezTo>
                  <a:pt x="1424" y="347"/>
                  <a:pt x="1435" y="342"/>
                  <a:pt x="1445" y="338"/>
                </a:cubicBezTo>
                <a:cubicBezTo>
                  <a:pt x="1484" y="325"/>
                  <a:pt x="1525" y="314"/>
                  <a:pt x="1566" y="308"/>
                </a:cubicBezTo>
                <a:lnTo>
                  <a:pt x="1566" y="308"/>
                </a:lnTo>
                <a:cubicBezTo>
                  <a:pt x="1585" y="307"/>
                  <a:pt x="1604" y="306"/>
                  <a:pt x="1624" y="306"/>
                </a:cubicBezTo>
                <a:cubicBezTo>
                  <a:pt x="1637" y="306"/>
                  <a:pt x="1650" y="306"/>
                  <a:pt x="1663" y="307"/>
                </a:cubicBezTo>
                <a:lnTo>
                  <a:pt x="1663" y="307"/>
                </a:lnTo>
                <a:cubicBezTo>
                  <a:pt x="1701" y="313"/>
                  <a:pt x="1738" y="321"/>
                  <a:pt x="1773" y="335"/>
                </a:cubicBezTo>
                <a:lnTo>
                  <a:pt x="1773" y="335"/>
                </a:lnTo>
                <a:cubicBezTo>
                  <a:pt x="1772" y="334"/>
                  <a:pt x="1771" y="333"/>
                  <a:pt x="1769" y="332"/>
                </a:cubicBezTo>
                <a:lnTo>
                  <a:pt x="1769" y="332"/>
                </a:lnTo>
                <a:cubicBezTo>
                  <a:pt x="1779" y="337"/>
                  <a:pt x="1788" y="341"/>
                  <a:pt x="1798" y="345"/>
                </a:cubicBezTo>
                <a:cubicBezTo>
                  <a:pt x="1814" y="354"/>
                  <a:pt x="1828" y="363"/>
                  <a:pt x="1844" y="371"/>
                </a:cubicBezTo>
                <a:cubicBezTo>
                  <a:pt x="1850" y="376"/>
                  <a:pt x="1857" y="380"/>
                  <a:pt x="1862" y="384"/>
                </a:cubicBezTo>
                <a:cubicBezTo>
                  <a:pt x="1868" y="388"/>
                  <a:pt x="1881" y="399"/>
                  <a:pt x="1882" y="400"/>
                </a:cubicBezTo>
                <a:lnTo>
                  <a:pt x="1882" y="400"/>
                </a:lnTo>
                <a:cubicBezTo>
                  <a:pt x="1889" y="405"/>
                  <a:pt x="1896" y="411"/>
                  <a:pt x="1903" y="417"/>
                </a:cubicBezTo>
                <a:cubicBezTo>
                  <a:pt x="1923" y="437"/>
                  <a:pt x="1942" y="459"/>
                  <a:pt x="1961" y="480"/>
                </a:cubicBezTo>
                <a:lnTo>
                  <a:pt x="1961" y="480"/>
                </a:lnTo>
                <a:cubicBezTo>
                  <a:pt x="1959" y="478"/>
                  <a:pt x="1958" y="477"/>
                  <a:pt x="1958" y="477"/>
                </a:cubicBezTo>
                <a:lnTo>
                  <a:pt x="1958" y="477"/>
                </a:lnTo>
                <a:cubicBezTo>
                  <a:pt x="1958" y="477"/>
                  <a:pt x="1968" y="488"/>
                  <a:pt x="1972" y="494"/>
                </a:cubicBezTo>
                <a:cubicBezTo>
                  <a:pt x="1978" y="501"/>
                  <a:pt x="1983" y="508"/>
                  <a:pt x="1988" y="517"/>
                </a:cubicBezTo>
                <a:cubicBezTo>
                  <a:pt x="1998" y="531"/>
                  <a:pt x="2008" y="547"/>
                  <a:pt x="2016" y="563"/>
                </a:cubicBezTo>
                <a:cubicBezTo>
                  <a:pt x="2027" y="578"/>
                  <a:pt x="2035" y="596"/>
                  <a:pt x="2042" y="612"/>
                </a:cubicBezTo>
                <a:cubicBezTo>
                  <a:pt x="2048" y="622"/>
                  <a:pt x="2052" y="630"/>
                  <a:pt x="2057" y="640"/>
                </a:cubicBezTo>
                <a:cubicBezTo>
                  <a:pt x="2059" y="647"/>
                  <a:pt x="2063" y="658"/>
                  <a:pt x="2062" y="658"/>
                </a:cubicBezTo>
                <a:cubicBezTo>
                  <a:pt x="2062" y="658"/>
                  <a:pt x="2059" y="652"/>
                  <a:pt x="2052" y="633"/>
                </a:cubicBezTo>
                <a:lnTo>
                  <a:pt x="2052" y="633"/>
                </a:lnTo>
                <a:cubicBezTo>
                  <a:pt x="2076" y="701"/>
                  <a:pt x="2098" y="767"/>
                  <a:pt x="2110" y="839"/>
                </a:cubicBezTo>
                <a:lnTo>
                  <a:pt x="2110" y="839"/>
                </a:lnTo>
                <a:cubicBezTo>
                  <a:pt x="2127" y="973"/>
                  <a:pt x="2119" y="1108"/>
                  <a:pt x="2101" y="1242"/>
                </a:cubicBezTo>
                <a:lnTo>
                  <a:pt x="2107" y="1202"/>
                </a:lnTo>
                <a:lnTo>
                  <a:pt x="2107" y="1202"/>
                </a:lnTo>
                <a:cubicBezTo>
                  <a:pt x="2083" y="1386"/>
                  <a:pt x="2041" y="1567"/>
                  <a:pt x="2003" y="1748"/>
                </a:cubicBezTo>
                <a:cubicBezTo>
                  <a:pt x="1966" y="1934"/>
                  <a:pt x="1929" y="2118"/>
                  <a:pt x="1890" y="2304"/>
                </a:cubicBezTo>
                <a:cubicBezTo>
                  <a:pt x="1877" y="2366"/>
                  <a:pt x="1894" y="2426"/>
                  <a:pt x="1946" y="2466"/>
                </a:cubicBezTo>
                <a:cubicBezTo>
                  <a:pt x="1972" y="2487"/>
                  <a:pt x="2008" y="2499"/>
                  <a:pt x="2044" y="2499"/>
                </a:cubicBezTo>
                <a:cubicBezTo>
                  <a:pt x="2070" y="2499"/>
                  <a:pt x="2097" y="2493"/>
                  <a:pt x="2119" y="2478"/>
                </a:cubicBezTo>
                <a:cubicBezTo>
                  <a:pt x="2326" y="2337"/>
                  <a:pt x="2546" y="2213"/>
                  <a:pt x="2776" y="2111"/>
                </a:cubicBezTo>
                <a:cubicBezTo>
                  <a:pt x="2791" y="2105"/>
                  <a:pt x="2805" y="2098"/>
                  <a:pt x="2819" y="2092"/>
                </a:cubicBezTo>
                <a:cubicBezTo>
                  <a:pt x="2825" y="2089"/>
                  <a:pt x="2831" y="2088"/>
                  <a:pt x="2837" y="2085"/>
                </a:cubicBezTo>
                <a:cubicBezTo>
                  <a:pt x="2843" y="2082"/>
                  <a:pt x="2846" y="2081"/>
                  <a:pt x="2846" y="2081"/>
                </a:cubicBezTo>
                <a:lnTo>
                  <a:pt x="2846" y="2081"/>
                </a:lnTo>
                <a:cubicBezTo>
                  <a:pt x="2846" y="2081"/>
                  <a:pt x="2826" y="2090"/>
                  <a:pt x="2826" y="2090"/>
                </a:cubicBezTo>
                <a:cubicBezTo>
                  <a:pt x="2826" y="2090"/>
                  <a:pt x="2829" y="2089"/>
                  <a:pt x="2835" y="2087"/>
                </a:cubicBezTo>
                <a:cubicBezTo>
                  <a:pt x="2864" y="2074"/>
                  <a:pt x="2893" y="2062"/>
                  <a:pt x="2922" y="2051"/>
                </a:cubicBezTo>
                <a:cubicBezTo>
                  <a:pt x="2981" y="2028"/>
                  <a:pt x="3040" y="2006"/>
                  <a:pt x="3100" y="1986"/>
                </a:cubicBezTo>
                <a:cubicBezTo>
                  <a:pt x="3218" y="1945"/>
                  <a:pt x="3339" y="1911"/>
                  <a:pt x="3461" y="1881"/>
                </a:cubicBezTo>
                <a:cubicBezTo>
                  <a:pt x="3599" y="1848"/>
                  <a:pt x="3738" y="1822"/>
                  <a:pt x="3877" y="1803"/>
                </a:cubicBezTo>
                <a:lnTo>
                  <a:pt x="3877" y="1803"/>
                </a:lnTo>
                <a:lnTo>
                  <a:pt x="3837" y="1807"/>
                </a:lnTo>
                <a:cubicBezTo>
                  <a:pt x="3972" y="1790"/>
                  <a:pt x="4109" y="1779"/>
                  <a:pt x="4246" y="1779"/>
                </a:cubicBezTo>
                <a:cubicBezTo>
                  <a:pt x="4347" y="1779"/>
                  <a:pt x="4448" y="1785"/>
                  <a:pt x="4549" y="1798"/>
                </a:cubicBezTo>
                <a:lnTo>
                  <a:pt x="4549" y="1798"/>
                </a:lnTo>
                <a:cubicBezTo>
                  <a:pt x="4666" y="1815"/>
                  <a:pt x="4781" y="1841"/>
                  <a:pt x="4892" y="1879"/>
                </a:cubicBezTo>
                <a:cubicBezTo>
                  <a:pt x="4919" y="1889"/>
                  <a:pt x="4946" y="1899"/>
                  <a:pt x="4974" y="1911"/>
                </a:cubicBezTo>
                <a:cubicBezTo>
                  <a:pt x="4974" y="1911"/>
                  <a:pt x="4974" y="1911"/>
                  <a:pt x="4974" y="1911"/>
                </a:cubicBezTo>
                <a:lnTo>
                  <a:pt x="4974" y="1911"/>
                </a:lnTo>
                <a:cubicBezTo>
                  <a:pt x="4977" y="1912"/>
                  <a:pt x="4979" y="1914"/>
                  <a:pt x="4982" y="1915"/>
                </a:cubicBezTo>
                <a:cubicBezTo>
                  <a:pt x="5000" y="1922"/>
                  <a:pt x="5015" y="1930"/>
                  <a:pt x="5033" y="1938"/>
                </a:cubicBezTo>
                <a:cubicBezTo>
                  <a:pt x="5083" y="1963"/>
                  <a:pt x="5132" y="1990"/>
                  <a:pt x="5179" y="2022"/>
                </a:cubicBezTo>
                <a:cubicBezTo>
                  <a:pt x="5202" y="2036"/>
                  <a:pt x="5224" y="2052"/>
                  <a:pt x="5246" y="2068"/>
                </a:cubicBezTo>
                <a:cubicBezTo>
                  <a:pt x="5249" y="2070"/>
                  <a:pt x="5252" y="2072"/>
                  <a:pt x="5255" y="2074"/>
                </a:cubicBezTo>
                <a:lnTo>
                  <a:pt x="5255" y="2074"/>
                </a:lnTo>
                <a:cubicBezTo>
                  <a:pt x="5266" y="2084"/>
                  <a:pt x="5277" y="2093"/>
                  <a:pt x="5287" y="2101"/>
                </a:cubicBezTo>
                <a:cubicBezTo>
                  <a:pt x="5329" y="2137"/>
                  <a:pt x="5368" y="2176"/>
                  <a:pt x="5405" y="2217"/>
                </a:cubicBezTo>
                <a:cubicBezTo>
                  <a:pt x="5421" y="2234"/>
                  <a:pt x="5437" y="2253"/>
                  <a:pt x="5451" y="2271"/>
                </a:cubicBezTo>
                <a:lnTo>
                  <a:pt x="5451" y="2271"/>
                </a:lnTo>
                <a:cubicBezTo>
                  <a:pt x="5451" y="2270"/>
                  <a:pt x="5451" y="2270"/>
                  <a:pt x="5450" y="2270"/>
                </a:cubicBezTo>
                <a:lnTo>
                  <a:pt x="5450" y="2270"/>
                </a:lnTo>
                <a:cubicBezTo>
                  <a:pt x="5450" y="2270"/>
                  <a:pt x="5454" y="2275"/>
                  <a:pt x="5467" y="2292"/>
                </a:cubicBezTo>
                <a:cubicBezTo>
                  <a:pt x="5463" y="2287"/>
                  <a:pt x="5460" y="2281"/>
                  <a:pt x="5456" y="2276"/>
                </a:cubicBezTo>
                <a:cubicBezTo>
                  <a:pt x="5454" y="2275"/>
                  <a:pt x="5453" y="2273"/>
                  <a:pt x="5451" y="2271"/>
                </a:cubicBezTo>
                <a:lnTo>
                  <a:pt x="5451" y="2271"/>
                </a:lnTo>
                <a:cubicBezTo>
                  <a:pt x="5453" y="2272"/>
                  <a:pt x="5456" y="2276"/>
                  <a:pt x="5459" y="2279"/>
                </a:cubicBezTo>
                <a:cubicBezTo>
                  <a:pt x="5467" y="2292"/>
                  <a:pt x="5477" y="2305"/>
                  <a:pt x="5486" y="2318"/>
                </a:cubicBezTo>
                <a:cubicBezTo>
                  <a:pt x="5518" y="2363"/>
                  <a:pt x="5545" y="2409"/>
                  <a:pt x="5569" y="2456"/>
                </a:cubicBezTo>
                <a:cubicBezTo>
                  <a:pt x="5577" y="2471"/>
                  <a:pt x="5584" y="2485"/>
                  <a:pt x="5590" y="2500"/>
                </a:cubicBezTo>
                <a:cubicBezTo>
                  <a:pt x="5592" y="2504"/>
                  <a:pt x="5595" y="2510"/>
                  <a:pt x="5597" y="2514"/>
                </a:cubicBezTo>
                <a:lnTo>
                  <a:pt x="5598" y="2517"/>
                </a:lnTo>
                <a:lnTo>
                  <a:pt x="5598" y="2517"/>
                </a:lnTo>
                <a:cubicBezTo>
                  <a:pt x="5608" y="2543"/>
                  <a:pt x="5618" y="2568"/>
                  <a:pt x="5627" y="2594"/>
                </a:cubicBezTo>
                <a:cubicBezTo>
                  <a:pt x="5641" y="2642"/>
                  <a:pt x="5654" y="2691"/>
                  <a:pt x="5662" y="2741"/>
                </a:cubicBezTo>
                <a:lnTo>
                  <a:pt x="5662" y="2741"/>
                </a:lnTo>
                <a:cubicBezTo>
                  <a:pt x="5671" y="2810"/>
                  <a:pt x="5671" y="2880"/>
                  <a:pt x="5664" y="2949"/>
                </a:cubicBezTo>
                <a:lnTo>
                  <a:pt x="5664" y="2949"/>
                </a:lnTo>
                <a:cubicBezTo>
                  <a:pt x="5658" y="2986"/>
                  <a:pt x="5650" y="3023"/>
                  <a:pt x="5640" y="3059"/>
                </a:cubicBezTo>
                <a:cubicBezTo>
                  <a:pt x="5634" y="3078"/>
                  <a:pt x="5628" y="3098"/>
                  <a:pt x="5621" y="3117"/>
                </a:cubicBezTo>
                <a:cubicBezTo>
                  <a:pt x="5618" y="3127"/>
                  <a:pt x="5614" y="3137"/>
                  <a:pt x="5611" y="3146"/>
                </a:cubicBezTo>
                <a:cubicBezTo>
                  <a:pt x="5611" y="3146"/>
                  <a:pt x="5611" y="3146"/>
                  <a:pt x="5611" y="3146"/>
                </a:cubicBezTo>
                <a:lnTo>
                  <a:pt x="5611" y="3146"/>
                </a:lnTo>
                <a:cubicBezTo>
                  <a:pt x="5611" y="3146"/>
                  <a:pt x="5610" y="3147"/>
                  <a:pt x="5610" y="3149"/>
                </a:cubicBezTo>
                <a:cubicBezTo>
                  <a:pt x="5592" y="3186"/>
                  <a:pt x="5574" y="3223"/>
                  <a:pt x="5552" y="3259"/>
                </a:cubicBezTo>
                <a:cubicBezTo>
                  <a:pt x="5544" y="3277"/>
                  <a:pt x="5532" y="3292"/>
                  <a:pt x="5522" y="3308"/>
                </a:cubicBezTo>
                <a:cubicBezTo>
                  <a:pt x="5516" y="3317"/>
                  <a:pt x="5510" y="3326"/>
                  <a:pt x="5505" y="3333"/>
                </a:cubicBezTo>
                <a:cubicBezTo>
                  <a:pt x="5499" y="3343"/>
                  <a:pt x="5486" y="3354"/>
                  <a:pt x="5482" y="3364"/>
                </a:cubicBezTo>
                <a:lnTo>
                  <a:pt x="5482" y="3364"/>
                </a:lnTo>
                <a:cubicBezTo>
                  <a:pt x="5482" y="3363"/>
                  <a:pt x="5485" y="3360"/>
                  <a:pt x="5487" y="3357"/>
                </a:cubicBezTo>
                <a:lnTo>
                  <a:pt x="5487" y="3357"/>
                </a:lnTo>
                <a:cubicBezTo>
                  <a:pt x="5486" y="3359"/>
                  <a:pt x="5484" y="3361"/>
                  <a:pt x="5483" y="3363"/>
                </a:cubicBezTo>
                <a:cubicBezTo>
                  <a:pt x="5476" y="3372"/>
                  <a:pt x="5470" y="3379"/>
                  <a:pt x="5463" y="3387"/>
                </a:cubicBezTo>
                <a:cubicBezTo>
                  <a:pt x="5450" y="3402"/>
                  <a:pt x="5436" y="3418"/>
                  <a:pt x="5421" y="3433"/>
                </a:cubicBezTo>
                <a:cubicBezTo>
                  <a:pt x="5391" y="3465"/>
                  <a:pt x="5359" y="3497"/>
                  <a:pt x="5326" y="3526"/>
                </a:cubicBezTo>
                <a:cubicBezTo>
                  <a:pt x="5312" y="3538"/>
                  <a:pt x="5297" y="3551"/>
                  <a:pt x="5282" y="3564"/>
                </a:cubicBezTo>
                <a:cubicBezTo>
                  <a:pt x="5274" y="3572"/>
                  <a:pt x="5266" y="3577"/>
                  <a:pt x="5257" y="3585"/>
                </a:cubicBezTo>
                <a:cubicBezTo>
                  <a:pt x="5253" y="3587"/>
                  <a:pt x="5250" y="3590"/>
                  <a:pt x="5247" y="3593"/>
                </a:cubicBezTo>
                <a:lnTo>
                  <a:pt x="5247" y="3593"/>
                </a:lnTo>
                <a:cubicBezTo>
                  <a:pt x="5215" y="3617"/>
                  <a:pt x="5181" y="3641"/>
                  <a:pt x="5146" y="3664"/>
                </a:cubicBezTo>
                <a:cubicBezTo>
                  <a:pt x="5073" y="3713"/>
                  <a:pt x="4995" y="3756"/>
                  <a:pt x="4916" y="3796"/>
                </a:cubicBezTo>
                <a:cubicBezTo>
                  <a:pt x="4877" y="3816"/>
                  <a:pt x="4837" y="3836"/>
                  <a:pt x="4797" y="3854"/>
                </a:cubicBezTo>
                <a:cubicBezTo>
                  <a:pt x="4779" y="3862"/>
                  <a:pt x="4753" y="3868"/>
                  <a:pt x="4739" y="3880"/>
                </a:cubicBezTo>
                <a:cubicBezTo>
                  <a:pt x="4739" y="3880"/>
                  <a:pt x="4739" y="3880"/>
                  <a:pt x="4739" y="3880"/>
                </a:cubicBezTo>
                <a:cubicBezTo>
                  <a:pt x="4739" y="3880"/>
                  <a:pt x="4742" y="3878"/>
                  <a:pt x="4745" y="3877"/>
                </a:cubicBezTo>
                <a:lnTo>
                  <a:pt x="4745" y="3877"/>
                </a:lnTo>
                <a:cubicBezTo>
                  <a:pt x="4745" y="3877"/>
                  <a:pt x="4744" y="3878"/>
                  <a:pt x="4743" y="3878"/>
                </a:cubicBezTo>
                <a:cubicBezTo>
                  <a:pt x="4730" y="3882"/>
                  <a:pt x="4719" y="3888"/>
                  <a:pt x="4706" y="3892"/>
                </a:cubicBezTo>
                <a:cubicBezTo>
                  <a:pt x="4507" y="3972"/>
                  <a:pt x="4303" y="4036"/>
                  <a:pt x="4096" y="4090"/>
                </a:cubicBezTo>
                <a:cubicBezTo>
                  <a:pt x="3863" y="4149"/>
                  <a:pt x="3627" y="4193"/>
                  <a:pt x="3389" y="4225"/>
                </a:cubicBezTo>
                <a:lnTo>
                  <a:pt x="3430" y="4219"/>
                </a:lnTo>
                <a:lnTo>
                  <a:pt x="3430" y="4219"/>
                </a:lnTo>
                <a:cubicBezTo>
                  <a:pt x="2941" y="4285"/>
                  <a:pt x="2447" y="4301"/>
                  <a:pt x="1954" y="4301"/>
                </a:cubicBezTo>
                <a:cubicBezTo>
                  <a:pt x="1864" y="4301"/>
                  <a:pt x="1774" y="4301"/>
                  <a:pt x="1684" y="4300"/>
                </a:cubicBezTo>
                <a:cubicBezTo>
                  <a:pt x="1520" y="4297"/>
                  <a:pt x="1356" y="4294"/>
                  <a:pt x="1192" y="4291"/>
                </a:cubicBezTo>
                <a:cubicBezTo>
                  <a:pt x="1191" y="4291"/>
                  <a:pt x="1190" y="4291"/>
                  <a:pt x="1190" y="4291"/>
                </a:cubicBezTo>
                <a:cubicBezTo>
                  <a:pt x="1110" y="4291"/>
                  <a:pt x="1034" y="4364"/>
                  <a:pt x="1036" y="4447"/>
                </a:cubicBezTo>
                <a:cubicBezTo>
                  <a:pt x="1041" y="4529"/>
                  <a:pt x="1106" y="4599"/>
                  <a:pt x="1192" y="4602"/>
                </a:cubicBezTo>
                <a:cubicBezTo>
                  <a:pt x="1456" y="4606"/>
                  <a:pt x="1719" y="4611"/>
                  <a:pt x="1983" y="4611"/>
                </a:cubicBezTo>
                <a:cubicBezTo>
                  <a:pt x="2076" y="4611"/>
                  <a:pt x="2168" y="4611"/>
                  <a:pt x="2261" y="4609"/>
                </a:cubicBezTo>
                <a:cubicBezTo>
                  <a:pt x="2615" y="4603"/>
                  <a:pt x="2971" y="4585"/>
                  <a:pt x="3323" y="4543"/>
                </a:cubicBezTo>
                <a:cubicBezTo>
                  <a:pt x="3677" y="4501"/>
                  <a:pt x="4041" y="4435"/>
                  <a:pt x="4389" y="4331"/>
                </a:cubicBezTo>
                <a:cubicBezTo>
                  <a:pt x="4700" y="4238"/>
                  <a:pt x="5013" y="4120"/>
                  <a:pt x="5287" y="3943"/>
                </a:cubicBezTo>
                <a:cubicBezTo>
                  <a:pt x="5415" y="3859"/>
                  <a:pt x="5538" y="3764"/>
                  <a:pt x="5641" y="3652"/>
                </a:cubicBezTo>
                <a:cubicBezTo>
                  <a:pt x="5752" y="3536"/>
                  <a:pt x="5839" y="3403"/>
                  <a:pt x="5900" y="3255"/>
                </a:cubicBezTo>
                <a:cubicBezTo>
                  <a:pt x="6026" y="2954"/>
                  <a:pt x="5991" y="2622"/>
                  <a:pt x="5854" y="2333"/>
                </a:cubicBezTo>
                <a:cubicBezTo>
                  <a:pt x="5716" y="2045"/>
                  <a:pt x="5477" y="1815"/>
                  <a:pt x="5198" y="1675"/>
                </a:cubicBezTo>
                <a:cubicBezTo>
                  <a:pt x="4902" y="1528"/>
                  <a:pt x="4574" y="1469"/>
                  <a:pt x="4246" y="1469"/>
                </a:cubicBezTo>
                <a:cubicBezTo>
                  <a:pt x="4219" y="1469"/>
                  <a:pt x="4193" y="1470"/>
                  <a:pt x="4166" y="1471"/>
                </a:cubicBezTo>
                <a:cubicBezTo>
                  <a:pt x="3818" y="1482"/>
                  <a:pt x="3467" y="1548"/>
                  <a:pt x="3135" y="1650"/>
                </a:cubicBezTo>
                <a:cubicBezTo>
                  <a:pt x="2836" y="1742"/>
                  <a:pt x="2540" y="1868"/>
                  <a:pt x="2265" y="2023"/>
                </a:cubicBezTo>
                <a:lnTo>
                  <a:pt x="2265" y="2023"/>
                </a:lnTo>
                <a:cubicBezTo>
                  <a:pt x="2297" y="1870"/>
                  <a:pt x="2328" y="1716"/>
                  <a:pt x="2359" y="1563"/>
                </a:cubicBezTo>
                <a:cubicBezTo>
                  <a:pt x="2414" y="1286"/>
                  <a:pt x="2463" y="987"/>
                  <a:pt x="2399" y="702"/>
                </a:cubicBezTo>
                <a:cubicBezTo>
                  <a:pt x="2349" y="469"/>
                  <a:pt x="2216" y="253"/>
                  <a:pt x="2019" y="118"/>
                </a:cubicBezTo>
                <a:cubicBezTo>
                  <a:pt x="1905" y="39"/>
                  <a:pt x="1762" y="0"/>
                  <a:pt x="1618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>
            <a:off x="3590280" y="4618800"/>
            <a:ext cx="1408680" cy="520200"/>
          </a:xfrm>
          <a:custGeom>
            <a:avLst/>
            <a:gdLst>
              <a:gd name="textAreaLeft" fmla="*/ 0 w 1408680"/>
              <a:gd name="textAreaRight" fmla="*/ 1409040 w 1408680"/>
              <a:gd name="textAreaTop" fmla="*/ 0 h 520200"/>
              <a:gd name="textAreaBottom" fmla="*/ 520560 h 520200"/>
            </a:gdLst>
            <a:ahLst/>
            <a:cxnLst/>
            <a:rect l="textAreaLeft" t="textAreaTop" r="textAreaRight" b="textAreaBottom"/>
            <a:pathLst>
              <a:path w="15032" h="5554">
                <a:moveTo>
                  <a:pt x="7715" y="1"/>
                </a:moveTo>
                <a:cubicBezTo>
                  <a:pt x="7694" y="1"/>
                  <a:pt x="7673" y="7"/>
                  <a:pt x="7651" y="19"/>
                </a:cubicBezTo>
                <a:lnTo>
                  <a:pt x="4719" y="1745"/>
                </a:lnTo>
                <a:cubicBezTo>
                  <a:pt x="3738" y="2322"/>
                  <a:pt x="2757" y="2899"/>
                  <a:pt x="1774" y="3476"/>
                </a:cubicBezTo>
                <a:lnTo>
                  <a:pt x="119" y="4449"/>
                </a:lnTo>
                <a:cubicBezTo>
                  <a:pt x="1" y="4518"/>
                  <a:pt x="73" y="4684"/>
                  <a:pt x="183" y="4684"/>
                </a:cubicBezTo>
                <a:cubicBezTo>
                  <a:pt x="203" y="4684"/>
                  <a:pt x="224" y="4679"/>
                  <a:pt x="245" y="4666"/>
                </a:cubicBezTo>
                <a:lnTo>
                  <a:pt x="245" y="4667"/>
                </a:lnTo>
                <a:lnTo>
                  <a:pt x="3178" y="2942"/>
                </a:lnTo>
                <a:cubicBezTo>
                  <a:pt x="4160" y="2365"/>
                  <a:pt x="5141" y="1788"/>
                  <a:pt x="6122" y="1211"/>
                </a:cubicBezTo>
                <a:lnTo>
                  <a:pt x="7101" y="635"/>
                </a:lnTo>
                <a:lnTo>
                  <a:pt x="7101" y="635"/>
                </a:lnTo>
                <a:cubicBezTo>
                  <a:pt x="6042" y="1841"/>
                  <a:pt x="4983" y="3044"/>
                  <a:pt x="3925" y="4250"/>
                </a:cubicBezTo>
                <a:cubicBezTo>
                  <a:pt x="3639" y="4577"/>
                  <a:pt x="3309" y="4995"/>
                  <a:pt x="3449" y="5459"/>
                </a:cubicBezTo>
                <a:cubicBezTo>
                  <a:pt x="3463" y="5506"/>
                  <a:pt x="3516" y="5553"/>
                  <a:pt x="3569" y="5553"/>
                </a:cubicBezTo>
                <a:cubicBezTo>
                  <a:pt x="3581" y="5553"/>
                  <a:pt x="3592" y="5551"/>
                  <a:pt x="3603" y="5547"/>
                </a:cubicBezTo>
                <a:cubicBezTo>
                  <a:pt x="4535" y="5154"/>
                  <a:pt x="5381" y="4603"/>
                  <a:pt x="6210" y="4028"/>
                </a:cubicBezTo>
                <a:cubicBezTo>
                  <a:pt x="7032" y="3460"/>
                  <a:pt x="7842" y="2869"/>
                  <a:pt x="8724" y="2397"/>
                </a:cubicBezTo>
                <a:cubicBezTo>
                  <a:pt x="9090" y="2201"/>
                  <a:pt x="9466" y="2029"/>
                  <a:pt x="9855" y="1891"/>
                </a:cubicBezTo>
                <a:lnTo>
                  <a:pt x="9855" y="1891"/>
                </a:lnTo>
                <a:cubicBezTo>
                  <a:pt x="9191" y="2691"/>
                  <a:pt x="8528" y="3491"/>
                  <a:pt x="7865" y="4290"/>
                </a:cubicBezTo>
                <a:cubicBezTo>
                  <a:pt x="7652" y="4547"/>
                  <a:pt x="7439" y="4803"/>
                  <a:pt x="7226" y="5059"/>
                </a:cubicBezTo>
                <a:cubicBezTo>
                  <a:pt x="7186" y="5108"/>
                  <a:pt x="7174" y="5172"/>
                  <a:pt x="7216" y="5224"/>
                </a:cubicBezTo>
                <a:cubicBezTo>
                  <a:pt x="7241" y="5255"/>
                  <a:pt x="7279" y="5275"/>
                  <a:pt x="7318" y="5275"/>
                </a:cubicBezTo>
                <a:cubicBezTo>
                  <a:pt x="7339" y="5275"/>
                  <a:pt x="7360" y="5269"/>
                  <a:pt x="7379" y="5257"/>
                </a:cubicBezTo>
                <a:cubicBezTo>
                  <a:pt x="7985" y="4865"/>
                  <a:pt x="8590" y="4473"/>
                  <a:pt x="9198" y="4082"/>
                </a:cubicBezTo>
                <a:cubicBezTo>
                  <a:pt x="9500" y="3886"/>
                  <a:pt x="9804" y="3689"/>
                  <a:pt x="10107" y="3493"/>
                </a:cubicBezTo>
                <a:cubicBezTo>
                  <a:pt x="10334" y="3347"/>
                  <a:pt x="10603" y="3122"/>
                  <a:pt x="10889" y="3122"/>
                </a:cubicBezTo>
                <a:cubicBezTo>
                  <a:pt x="10901" y="3122"/>
                  <a:pt x="10913" y="3123"/>
                  <a:pt x="10925" y="3123"/>
                </a:cubicBezTo>
                <a:cubicBezTo>
                  <a:pt x="11028" y="3131"/>
                  <a:pt x="11139" y="3174"/>
                  <a:pt x="11207" y="3254"/>
                </a:cubicBezTo>
                <a:cubicBezTo>
                  <a:pt x="11289" y="3352"/>
                  <a:pt x="11263" y="3474"/>
                  <a:pt x="11234" y="3590"/>
                </a:cubicBezTo>
                <a:cubicBezTo>
                  <a:pt x="11197" y="3735"/>
                  <a:pt x="11159" y="3882"/>
                  <a:pt x="11199" y="4030"/>
                </a:cubicBezTo>
                <a:cubicBezTo>
                  <a:pt x="11230" y="4135"/>
                  <a:pt x="11291" y="4223"/>
                  <a:pt x="11378" y="4287"/>
                </a:cubicBezTo>
                <a:cubicBezTo>
                  <a:pt x="11502" y="4379"/>
                  <a:pt x="11659" y="4410"/>
                  <a:pt x="11814" y="4410"/>
                </a:cubicBezTo>
                <a:cubicBezTo>
                  <a:pt x="11871" y="4410"/>
                  <a:pt x="11929" y="4405"/>
                  <a:pt x="11984" y="4398"/>
                </a:cubicBezTo>
                <a:cubicBezTo>
                  <a:pt x="12253" y="4365"/>
                  <a:pt x="12486" y="4259"/>
                  <a:pt x="12732" y="4151"/>
                </a:cubicBezTo>
                <a:cubicBezTo>
                  <a:pt x="13473" y="3823"/>
                  <a:pt x="14214" y="3495"/>
                  <a:pt x="14954" y="3168"/>
                </a:cubicBezTo>
                <a:cubicBezTo>
                  <a:pt x="15017" y="3141"/>
                  <a:pt x="15032" y="3050"/>
                  <a:pt x="15000" y="2995"/>
                </a:cubicBezTo>
                <a:cubicBezTo>
                  <a:pt x="14976" y="2954"/>
                  <a:pt x="14936" y="2936"/>
                  <a:pt x="14895" y="2936"/>
                </a:cubicBezTo>
                <a:cubicBezTo>
                  <a:pt x="14872" y="2936"/>
                  <a:pt x="14849" y="2941"/>
                  <a:pt x="14827" y="2951"/>
                </a:cubicBezTo>
                <a:cubicBezTo>
                  <a:pt x="14167" y="3243"/>
                  <a:pt x="13506" y="3535"/>
                  <a:pt x="12846" y="3827"/>
                </a:cubicBezTo>
                <a:cubicBezTo>
                  <a:pt x="12590" y="3941"/>
                  <a:pt x="12335" y="4077"/>
                  <a:pt x="12057" y="4134"/>
                </a:cubicBezTo>
                <a:cubicBezTo>
                  <a:pt x="11982" y="4148"/>
                  <a:pt x="11897" y="4160"/>
                  <a:pt x="11813" y="4160"/>
                </a:cubicBezTo>
                <a:cubicBezTo>
                  <a:pt x="11703" y="4160"/>
                  <a:pt x="11595" y="4140"/>
                  <a:pt x="11516" y="4079"/>
                </a:cubicBezTo>
                <a:cubicBezTo>
                  <a:pt x="11499" y="4066"/>
                  <a:pt x="11476" y="4037"/>
                  <a:pt x="11460" y="4010"/>
                </a:cubicBezTo>
                <a:cubicBezTo>
                  <a:pt x="11441" y="3974"/>
                  <a:pt x="11431" y="3922"/>
                  <a:pt x="11433" y="3873"/>
                </a:cubicBezTo>
                <a:cubicBezTo>
                  <a:pt x="11437" y="3723"/>
                  <a:pt x="11509" y="3584"/>
                  <a:pt x="11515" y="3433"/>
                </a:cubicBezTo>
                <a:cubicBezTo>
                  <a:pt x="11526" y="3152"/>
                  <a:pt x="11300" y="2938"/>
                  <a:pt x="11037" y="2886"/>
                </a:cubicBezTo>
                <a:cubicBezTo>
                  <a:pt x="10989" y="2877"/>
                  <a:pt x="10942" y="2872"/>
                  <a:pt x="10896" y="2872"/>
                </a:cubicBezTo>
                <a:cubicBezTo>
                  <a:pt x="10642" y="2872"/>
                  <a:pt x="10407" y="3001"/>
                  <a:pt x="10194" y="3138"/>
                </a:cubicBezTo>
                <a:cubicBezTo>
                  <a:pt x="9893" y="3331"/>
                  <a:pt x="9592" y="3526"/>
                  <a:pt x="9291" y="3721"/>
                </a:cubicBezTo>
                <a:cubicBezTo>
                  <a:pt x="8839" y="4014"/>
                  <a:pt x="8386" y="4306"/>
                  <a:pt x="7933" y="4599"/>
                </a:cubicBezTo>
                <a:lnTo>
                  <a:pt x="7933" y="4599"/>
                </a:lnTo>
                <a:cubicBezTo>
                  <a:pt x="8515" y="3899"/>
                  <a:pt x="9095" y="3198"/>
                  <a:pt x="9677" y="2499"/>
                </a:cubicBezTo>
                <a:cubicBezTo>
                  <a:pt x="9890" y="2243"/>
                  <a:pt x="10103" y="1986"/>
                  <a:pt x="10316" y="1730"/>
                </a:cubicBezTo>
                <a:cubicBezTo>
                  <a:pt x="10383" y="1648"/>
                  <a:pt x="10334" y="1514"/>
                  <a:pt x="10230" y="1514"/>
                </a:cubicBezTo>
                <a:cubicBezTo>
                  <a:pt x="10219" y="1514"/>
                  <a:pt x="10206" y="1515"/>
                  <a:pt x="10194" y="1519"/>
                </a:cubicBezTo>
                <a:cubicBezTo>
                  <a:pt x="9229" y="1795"/>
                  <a:pt x="8347" y="2283"/>
                  <a:pt x="7514" y="2830"/>
                </a:cubicBezTo>
                <a:cubicBezTo>
                  <a:pt x="6674" y="3379"/>
                  <a:pt x="5872" y="3987"/>
                  <a:pt x="5019" y="4518"/>
                </a:cubicBezTo>
                <a:cubicBezTo>
                  <a:pt x="4584" y="4788"/>
                  <a:pt x="4137" y="5039"/>
                  <a:pt x="3668" y="5247"/>
                </a:cubicBezTo>
                <a:lnTo>
                  <a:pt x="3668" y="5247"/>
                </a:lnTo>
                <a:cubicBezTo>
                  <a:pt x="3659" y="4931"/>
                  <a:pt x="3916" y="4640"/>
                  <a:pt x="4112" y="4417"/>
                </a:cubicBezTo>
                <a:cubicBezTo>
                  <a:pt x="4413" y="4075"/>
                  <a:pt x="4712" y="3733"/>
                  <a:pt x="5013" y="3391"/>
                </a:cubicBezTo>
                <a:cubicBezTo>
                  <a:pt x="5607" y="2716"/>
                  <a:pt x="6202" y="2040"/>
                  <a:pt x="6796" y="1363"/>
                </a:cubicBezTo>
                <a:lnTo>
                  <a:pt x="7803" y="218"/>
                </a:lnTo>
                <a:cubicBezTo>
                  <a:pt x="7878" y="132"/>
                  <a:pt x="7812" y="1"/>
                  <a:pt x="7715" y="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FF81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" name="Google Shape;12;p2"/>
          <p:cNvGrpSpPr/>
          <p:nvPr/>
        </p:nvGrpSpPr>
        <p:grpSpPr>
          <a:xfrm>
            <a:off x="7877880" y="-916200"/>
            <a:ext cx="1912320" cy="2111040"/>
            <a:chOff x="7877880" y="-916200"/>
            <a:chExt cx="1912320" cy="2111040"/>
          </a:xfrm>
        </p:grpSpPr>
        <p:sp>
          <p:nvSpPr>
            <p:cNvPr id="6" name="Google Shape;13;p2"/>
            <p:cNvSpPr/>
            <p:nvPr/>
          </p:nvSpPr>
          <p:spPr>
            <a:xfrm rot="17508000">
              <a:off x="7983000" y="-521280"/>
              <a:ext cx="1736640" cy="1327320"/>
            </a:xfrm>
            <a:custGeom>
              <a:avLst/>
              <a:gdLst>
                <a:gd name="textAreaLeft" fmla="*/ 0 w 1736640"/>
                <a:gd name="textAreaRight" fmla="*/ 1737000 w 1736640"/>
                <a:gd name="textAreaTop" fmla="*/ 0 h 1327320"/>
                <a:gd name="textAreaBottom" fmla="*/ 1327680 h 1327320"/>
              </a:gdLst>
              <a:ahLst/>
              <a:cxnLst/>
              <a:rect l="textAreaLeft" t="textAreaTop" r="textAreaRight" b="textAreaBottom"/>
              <a:pathLst>
                <a:path w="29271" h="22373">
                  <a:moveTo>
                    <a:pt x="14423" y="1"/>
                  </a:moveTo>
                  <a:cubicBezTo>
                    <a:pt x="13940" y="1"/>
                    <a:pt x="13439" y="288"/>
                    <a:pt x="13191" y="719"/>
                  </a:cubicBezTo>
                  <a:cubicBezTo>
                    <a:pt x="12838" y="1330"/>
                    <a:pt x="12920" y="2116"/>
                    <a:pt x="13230" y="2750"/>
                  </a:cubicBezTo>
                  <a:cubicBezTo>
                    <a:pt x="13475" y="3254"/>
                    <a:pt x="13863" y="3743"/>
                    <a:pt x="13808" y="4302"/>
                  </a:cubicBezTo>
                  <a:cubicBezTo>
                    <a:pt x="13757" y="4827"/>
                    <a:pt x="13227" y="5218"/>
                    <a:pt x="12713" y="5218"/>
                  </a:cubicBezTo>
                  <a:cubicBezTo>
                    <a:pt x="12558" y="5218"/>
                    <a:pt x="12404" y="5183"/>
                    <a:pt x="12266" y="5105"/>
                  </a:cubicBezTo>
                  <a:cubicBezTo>
                    <a:pt x="12034" y="4974"/>
                    <a:pt x="11867" y="4764"/>
                    <a:pt x="11730" y="4532"/>
                  </a:cubicBezTo>
                  <a:lnTo>
                    <a:pt x="11729" y="4532"/>
                  </a:lnTo>
                  <a:cubicBezTo>
                    <a:pt x="11640" y="4378"/>
                    <a:pt x="11561" y="4214"/>
                    <a:pt x="11484" y="4054"/>
                  </a:cubicBezTo>
                  <a:cubicBezTo>
                    <a:pt x="10868" y="2768"/>
                    <a:pt x="9917" y="1406"/>
                    <a:pt x="8498" y="1264"/>
                  </a:cubicBezTo>
                  <a:cubicBezTo>
                    <a:pt x="8423" y="1257"/>
                    <a:pt x="8348" y="1253"/>
                    <a:pt x="8272" y="1253"/>
                  </a:cubicBezTo>
                  <a:cubicBezTo>
                    <a:pt x="7402" y="1253"/>
                    <a:pt x="6566" y="1738"/>
                    <a:pt x="5984" y="2398"/>
                  </a:cubicBezTo>
                  <a:cubicBezTo>
                    <a:pt x="5367" y="3100"/>
                    <a:pt x="4989" y="4149"/>
                    <a:pt x="5427" y="4975"/>
                  </a:cubicBezTo>
                  <a:cubicBezTo>
                    <a:pt x="5826" y="5723"/>
                    <a:pt x="6747" y="6043"/>
                    <a:pt x="7245" y="6729"/>
                  </a:cubicBezTo>
                  <a:cubicBezTo>
                    <a:pt x="7855" y="7573"/>
                    <a:pt x="7644" y="8843"/>
                    <a:pt x="6910" y="9582"/>
                  </a:cubicBezTo>
                  <a:cubicBezTo>
                    <a:pt x="6326" y="10170"/>
                    <a:pt x="5488" y="10444"/>
                    <a:pt x="4654" y="10444"/>
                  </a:cubicBezTo>
                  <a:cubicBezTo>
                    <a:pt x="4439" y="10444"/>
                    <a:pt x="4224" y="10426"/>
                    <a:pt x="4014" y="10390"/>
                  </a:cubicBezTo>
                  <a:cubicBezTo>
                    <a:pt x="3438" y="10292"/>
                    <a:pt x="2875" y="10076"/>
                    <a:pt x="2295" y="10076"/>
                  </a:cubicBezTo>
                  <a:cubicBezTo>
                    <a:pt x="2264" y="10076"/>
                    <a:pt x="2234" y="10077"/>
                    <a:pt x="2204" y="10078"/>
                  </a:cubicBezTo>
                  <a:cubicBezTo>
                    <a:pt x="1485" y="10105"/>
                    <a:pt x="791" y="10513"/>
                    <a:pt x="418" y="11127"/>
                  </a:cubicBezTo>
                  <a:cubicBezTo>
                    <a:pt x="44" y="11741"/>
                    <a:pt x="1" y="12546"/>
                    <a:pt x="307" y="13196"/>
                  </a:cubicBezTo>
                  <a:cubicBezTo>
                    <a:pt x="470" y="13542"/>
                    <a:pt x="746" y="13855"/>
                    <a:pt x="1112" y="13959"/>
                  </a:cubicBezTo>
                  <a:cubicBezTo>
                    <a:pt x="1215" y="13988"/>
                    <a:pt x="1321" y="14000"/>
                    <a:pt x="1428" y="14000"/>
                  </a:cubicBezTo>
                  <a:cubicBezTo>
                    <a:pt x="1573" y="14000"/>
                    <a:pt x="1719" y="13979"/>
                    <a:pt x="1862" y="13950"/>
                  </a:cubicBezTo>
                  <a:cubicBezTo>
                    <a:pt x="3085" y="13709"/>
                    <a:pt x="4175" y="13002"/>
                    <a:pt x="5397" y="12750"/>
                  </a:cubicBezTo>
                  <a:cubicBezTo>
                    <a:pt x="5527" y="12723"/>
                    <a:pt x="5664" y="12703"/>
                    <a:pt x="5797" y="12703"/>
                  </a:cubicBezTo>
                  <a:cubicBezTo>
                    <a:pt x="5961" y="12703"/>
                    <a:pt x="6121" y="12734"/>
                    <a:pt x="6259" y="12821"/>
                  </a:cubicBezTo>
                  <a:cubicBezTo>
                    <a:pt x="6633" y="13060"/>
                    <a:pt x="6665" y="13592"/>
                    <a:pt x="6605" y="14032"/>
                  </a:cubicBezTo>
                  <a:cubicBezTo>
                    <a:pt x="6458" y="15076"/>
                    <a:pt x="6026" y="16054"/>
                    <a:pt x="5751" y="17070"/>
                  </a:cubicBezTo>
                  <a:cubicBezTo>
                    <a:pt x="5475" y="18088"/>
                    <a:pt x="5370" y="19219"/>
                    <a:pt x="5853" y="20155"/>
                  </a:cubicBezTo>
                  <a:cubicBezTo>
                    <a:pt x="6265" y="20954"/>
                    <a:pt x="7065" y="21504"/>
                    <a:pt x="7924" y="21769"/>
                  </a:cubicBezTo>
                  <a:cubicBezTo>
                    <a:pt x="8494" y="21945"/>
                    <a:pt x="9091" y="22007"/>
                    <a:pt x="9689" y="22007"/>
                  </a:cubicBezTo>
                  <a:cubicBezTo>
                    <a:pt x="9992" y="22007"/>
                    <a:pt x="10295" y="21991"/>
                    <a:pt x="10595" y="21966"/>
                  </a:cubicBezTo>
                  <a:cubicBezTo>
                    <a:pt x="12069" y="21842"/>
                    <a:pt x="13698" y="21382"/>
                    <a:pt x="14411" y="20086"/>
                  </a:cubicBezTo>
                  <a:cubicBezTo>
                    <a:pt x="14729" y="19509"/>
                    <a:pt x="14821" y="18834"/>
                    <a:pt x="15076" y="18227"/>
                  </a:cubicBezTo>
                  <a:cubicBezTo>
                    <a:pt x="15479" y="17264"/>
                    <a:pt x="16345" y="16473"/>
                    <a:pt x="17374" y="16296"/>
                  </a:cubicBezTo>
                  <a:cubicBezTo>
                    <a:pt x="17508" y="16273"/>
                    <a:pt x="17644" y="16262"/>
                    <a:pt x="17780" y="16262"/>
                  </a:cubicBezTo>
                  <a:cubicBezTo>
                    <a:pt x="18689" y="16262"/>
                    <a:pt x="19606" y="16764"/>
                    <a:pt x="19980" y="17591"/>
                  </a:cubicBezTo>
                  <a:cubicBezTo>
                    <a:pt x="20346" y="18401"/>
                    <a:pt x="20173" y="19338"/>
                    <a:pt x="20198" y="20226"/>
                  </a:cubicBezTo>
                  <a:cubicBezTo>
                    <a:pt x="20224" y="21115"/>
                    <a:pt x="20606" y="22150"/>
                    <a:pt x="21473" y="22344"/>
                  </a:cubicBezTo>
                  <a:cubicBezTo>
                    <a:pt x="21558" y="22363"/>
                    <a:pt x="21643" y="22373"/>
                    <a:pt x="21727" y="22373"/>
                  </a:cubicBezTo>
                  <a:cubicBezTo>
                    <a:pt x="22503" y="22373"/>
                    <a:pt x="23191" y="21591"/>
                    <a:pt x="23269" y="20784"/>
                  </a:cubicBezTo>
                  <a:cubicBezTo>
                    <a:pt x="23372" y="19702"/>
                    <a:pt x="22702" y="18709"/>
                    <a:pt x="22460" y="17647"/>
                  </a:cubicBezTo>
                  <a:cubicBezTo>
                    <a:pt x="22129" y="16185"/>
                    <a:pt x="22657" y="14609"/>
                    <a:pt x="23643" y="13480"/>
                  </a:cubicBezTo>
                  <a:cubicBezTo>
                    <a:pt x="24628" y="12352"/>
                    <a:pt x="26024" y="11638"/>
                    <a:pt x="27473" y="11257"/>
                  </a:cubicBezTo>
                  <a:cubicBezTo>
                    <a:pt x="28227" y="11058"/>
                    <a:pt x="29183" y="10751"/>
                    <a:pt x="29232" y="9973"/>
                  </a:cubicBezTo>
                  <a:cubicBezTo>
                    <a:pt x="29271" y="9360"/>
                    <a:pt x="28628" y="8881"/>
                    <a:pt x="28013" y="8861"/>
                  </a:cubicBezTo>
                  <a:cubicBezTo>
                    <a:pt x="27992" y="8860"/>
                    <a:pt x="27971" y="8859"/>
                    <a:pt x="27950" y="8859"/>
                  </a:cubicBezTo>
                  <a:cubicBezTo>
                    <a:pt x="27361" y="8859"/>
                    <a:pt x="26807" y="9148"/>
                    <a:pt x="26282" y="9422"/>
                  </a:cubicBezTo>
                  <a:cubicBezTo>
                    <a:pt x="25784" y="9681"/>
                    <a:pt x="25252" y="9940"/>
                    <a:pt x="24697" y="9940"/>
                  </a:cubicBezTo>
                  <a:cubicBezTo>
                    <a:pt x="24645" y="9940"/>
                    <a:pt x="24592" y="9937"/>
                    <a:pt x="24539" y="9933"/>
                  </a:cubicBezTo>
                  <a:cubicBezTo>
                    <a:pt x="24405" y="9920"/>
                    <a:pt x="24269" y="9889"/>
                    <a:pt x="24164" y="9807"/>
                  </a:cubicBezTo>
                  <a:cubicBezTo>
                    <a:pt x="23928" y="9623"/>
                    <a:pt x="23933" y="9263"/>
                    <a:pt x="24026" y="8980"/>
                  </a:cubicBezTo>
                  <a:cubicBezTo>
                    <a:pt x="24287" y="8173"/>
                    <a:pt x="25020" y="7630"/>
                    <a:pt x="25634" y="7045"/>
                  </a:cubicBezTo>
                  <a:cubicBezTo>
                    <a:pt x="26112" y="6590"/>
                    <a:pt x="27023" y="5508"/>
                    <a:pt x="26519" y="4817"/>
                  </a:cubicBezTo>
                  <a:cubicBezTo>
                    <a:pt x="26200" y="4377"/>
                    <a:pt x="25597" y="4196"/>
                    <a:pt x="25034" y="4196"/>
                  </a:cubicBezTo>
                  <a:cubicBezTo>
                    <a:pt x="24803" y="4196"/>
                    <a:pt x="24579" y="4226"/>
                    <a:pt x="24384" y="4282"/>
                  </a:cubicBezTo>
                  <a:cubicBezTo>
                    <a:pt x="23633" y="4495"/>
                    <a:pt x="23005" y="5003"/>
                    <a:pt x="22404" y="5500"/>
                  </a:cubicBezTo>
                  <a:cubicBezTo>
                    <a:pt x="21802" y="5997"/>
                    <a:pt x="21182" y="6509"/>
                    <a:pt x="20434" y="6735"/>
                  </a:cubicBezTo>
                  <a:cubicBezTo>
                    <a:pt x="20172" y="6814"/>
                    <a:pt x="19900" y="6852"/>
                    <a:pt x="19628" y="6852"/>
                  </a:cubicBezTo>
                  <a:cubicBezTo>
                    <a:pt x="18776" y="6852"/>
                    <a:pt x="17920" y="6480"/>
                    <a:pt x="17369" y="5827"/>
                  </a:cubicBezTo>
                  <a:cubicBezTo>
                    <a:pt x="16756" y="5100"/>
                    <a:pt x="16535" y="4130"/>
                    <a:pt x="16327" y="3204"/>
                  </a:cubicBezTo>
                  <a:cubicBezTo>
                    <a:pt x="16151" y="2428"/>
                    <a:pt x="15967" y="1645"/>
                    <a:pt x="15614" y="933"/>
                  </a:cubicBezTo>
                  <a:cubicBezTo>
                    <a:pt x="15468" y="634"/>
                    <a:pt x="15282" y="339"/>
                    <a:pt x="14998" y="162"/>
                  </a:cubicBezTo>
                  <a:cubicBezTo>
                    <a:pt x="14823" y="51"/>
                    <a:pt x="14624" y="1"/>
                    <a:pt x="144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17508000">
              <a:off x="8377920" y="-695880"/>
              <a:ext cx="226080" cy="2761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276120"/>
                <a:gd name="textAreaBottom" fmla="*/ 276480 h 276120"/>
              </a:gdLst>
              <a:ahLst/>
              <a:cxnLst/>
              <a:rect l="textAreaLeft" t="textAreaTop" r="textAreaRight" b="textAreaBottom"/>
              <a:pathLst>
                <a:path w="3817" h="4660">
                  <a:moveTo>
                    <a:pt x="2222" y="0"/>
                  </a:moveTo>
                  <a:cubicBezTo>
                    <a:pt x="1756" y="0"/>
                    <a:pt x="2023" y="2795"/>
                    <a:pt x="0" y="4659"/>
                  </a:cubicBezTo>
                  <a:cubicBezTo>
                    <a:pt x="0" y="4659"/>
                    <a:pt x="3817" y="2181"/>
                    <a:pt x="2671" y="450"/>
                  </a:cubicBezTo>
                  <a:cubicBezTo>
                    <a:pt x="2464" y="137"/>
                    <a:pt x="2325" y="0"/>
                    <a:pt x="22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 rot="17508000">
              <a:off x="9272160" y="-509400"/>
              <a:ext cx="345960" cy="19440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5837" h="3285">
                  <a:moveTo>
                    <a:pt x="2484" y="0"/>
                  </a:moveTo>
                  <a:cubicBezTo>
                    <a:pt x="1615" y="0"/>
                    <a:pt x="1241" y="508"/>
                    <a:pt x="1241" y="508"/>
                  </a:cubicBezTo>
                  <a:cubicBezTo>
                    <a:pt x="1241" y="508"/>
                    <a:pt x="1" y="1636"/>
                    <a:pt x="2178" y="2932"/>
                  </a:cubicBezTo>
                  <a:cubicBezTo>
                    <a:pt x="2595" y="3179"/>
                    <a:pt x="3000" y="3284"/>
                    <a:pt x="3369" y="3284"/>
                  </a:cubicBezTo>
                  <a:cubicBezTo>
                    <a:pt x="4930" y="3284"/>
                    <a:pt x="5837" y="1406"/>
                    <a:pt x="4155" y="497"/>
                  </a:cubicBezTo>
                  <a:cubicBezTo>
                    <a:pt x="3467" y="125"/>
                    <a:pt x="2915" y="0"/>
                    <a:pt x="24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17508000">
              <a:off x="7948080" y="-527040"/>
              <a:ext cx="1736640" cy="1327320"/>
            </a:xfrm>
            <a:custGeom>
              <a:avLst/>
              <a:gdLst>
                <a:gd name="textAreaLeft" fmla="*/ 0 w 1736640"/>
                <a:gd name="textAreaRight" fmla="*/ 1737000 w 1736640"/>
                <a:gd name="textAreaTop" fmla="*/ 0 h 1327320"/>
                <a:gd name="textAreaBottom" fmla="*/ 1327680 h 1327320"/>
              </a:gdLst>
              <a:ahLst/>
              <a:cxnLst/>
              <a:rect l="textAreaLeft" t="textAreaTop" r="textAreaRight" b="textAreaBottom"/>
              <a:pathLst>
                <a:path w="29271" h="22373">
                  <a:moveTo>
                    <a:pt x="14424" y="1"/>
                  </a:moveTo>
                  <a:cubicBezTo>
                    <a:pt x="13940" y="1"/>
                    <a:pt x="13439" y="288"/>
                    <a:pt x="13191" y="719"/>
                  </a:cubicBezTo>
                  <a:cubicBezTo>
                    <a:pt x="12838" y="1330"/>
                    <a:pt x="12920" y="2116"/>
                    <a:pt x="13228" y="2749"/>
                  </a:cubicBezTo>
                  <a:cubicBezTo>
                    <a:pt x="13474" y="3254"/>
                    <a:pt x="13863" y="3742"/>
                    <a:pt x="13808" y="4300"/>
                  </a:cubicBezTo>
                  <a:cubicBezTo>
                    <a:pt x="13757" y="4826"/>
                    <a:pt x="13228" y="5218"/>
                    <a:pt x="12714" y="5218"/>
                  </a:cubicBezTo>
                  <a:cubicBezTo>
                    <a:pt x="12558" y="5218"/>
                    <a:pt x="12404" y="5182"/>
                    <a:pt x="12265" y="5103"/>
                  </a:cubicBezTo>
                  <a:cubicBezTo>
                    <a:pt x="12034" y="4972"/>
                    <a:pt x="11867" y="4764"/>
                    <a:pt x="11730" y="4531"/>
                  </a:cubicBezTo>
                  <a:lnTo>
                    <a:pt x="11730" y="4532"/>
                  </a:lnTo>
                  <a:cubicBezTo>
                    <a:pt x="11639" y="4378"/>
                    <a:pt x="11560" y="4213"/>
                    <a:pt x="11484" y="4054"/>
                  </a:cubicBezTo>
                  <a:cubicBezTo>
                    <a:pt x="10868" y="2768"/>
                    <a:pt x="9917" y="1405"/>
                    <a:pt x="8498" y="1264"/>
                  </a:cubicBezTo>
                  <a:cubicBezTo>
                    <a:pt x="8422" y="1256"/>
                    <a:pt x="8345" y="1253"/>
                    <a:pt x="8270" y="1253"/>
                  </a:cubicBezTo>
                  <a:cubicBezTo>
                    <a:pt x="7400" y="1253"/>
                    <a:pt x="6565" y="1739"/>
                    <a:pt x="5985" y="2398"/>
                  </a:cubicBezTo>
                  <a:cubicBezTo>
                    <a:pt x="5367" y="3100"/>
                    <a:pt x="4988" y="4148"/>
                    <a:pt x="5427" y="4974"/>
                  </a:cubicBezTo>
                  <a:cubicBezTo>
                    <a:pt x="5826" y="5724"/>
                    <a:pt x="6747" y="6043"/>
                    <a:pt x="7245" y="6729"/>
                  </a:cubicBezTo>
                  <a:cubicBezTo>
                    <a:pt x="7856" y="7573"/>
                    <a:pt x="7645" y="8843"/>
                    <a:pt x="6909" y="9582"/>
                  </a:cubicBezTo>
                  <a:cubicBezTo>
                    <a:pt x="6326" y="10169"/>
                    <a:pt x="5488" y="10443"/>
                    <a:pt x="4653" y="10443"/>
                  </a:cubicBezTo>
                  <a:cubicBezTo>
                    <a:pt x="4439" y="10443"/>
                    <a:pt x="4224" y="10425"/>
                    <a:pt x="4014" y="10389"/>
                  </a:cubicBezTo>
                  <a:cubicBezTo>
                    <a:pt x="3436" y="10291"/>
                    <a:pt x="2872" y="10075"/>
                    <a:pt x="2289" y="10075"/>
                  </a:cubicBezTo>
                  <a:cubicBezTo>
                    <a:pt x="2261" y="10075"/>
                    <a:pt x="2232" y="10076"/>
                    <a:pt x="2204" y="10077"/>
                  </a:cubicBezTo>
                  <a:cubicBezTo>
                    <a:pt x="1484" y="10104"/>
                    <a:pt x="792" y="10513"/>
                    <a:pt x="418" y="11127"/>
                  </a:cubicBezTo>
                  <a:cubicBezTo>
                    <a:pt x="44" y="11742"/>
                    <a:pt x="0" y="12545"/>
                    <a:pt x="308" y="13195"/>
                  </a:cubicBezTo>
                  <a:cubicBezTo>
                    <a:pt x="471" y="13540"/>
                    <a:pt x="746" y="13855"/>
                    <a:pt x="1113" y="13959"/>
                  </a:cubicBezTo>
                  <a:cubicBezTo>
                    <a:pt x="1215" y="13988"/>
                    <a:pt x="1321" y="14000"/>
                    <a:pt x="1428" y="14000"/>
                  </a:cubicBezTo>
                  <a:cubicBezTo>
                    <a:pt x="1572" y="14000"/>
                    <a:pt x="1719" y="13979"/>
                    <a:pt x="1861" y="13950"/>
                  </a:cubicBezTo>
                  <a:cubicBezTo>
                    <a:pt x="3084" y="13709"/>
                    <a:pt x="4177" y="13002"/>
                    <a:pt x="5397" y="12750"/>
                  </a:cubicBezTo>
                  <a:cubicBezTo>
                    <a:pt x="5527" y="12723"/>
                    <a:pt x="5664" y="12702"/>
                    <a:pt x="5799" y="12702"/>
                  </a:cubicBezTo>
                  <a:cubicBezTo>
                    <a:pt x="5962" y="12702"/>
                    <a:pt x="6121" y="12733"/>
                    <a:pt x="6259" y="12821"/>
                  </a:cubicBezTo>
                  <a:cubicBezTo>
                    <a:pt x="6633" y="13060"/>
                    <a:pt x="6666" y="13592"/>
                    <a:pt x="6604" y="14032"/>
                  </a:cubicBezTo>
                  <a:cubicBezTo>
                    <a:pt x="6459" y="15076"/>
                    <a:pt x="6026" y="16054"/>
                    <a:pt x="5751" y="17070"/>
                  </a:cubicBezTo>
                  <a:cubicBezTo>
                    <a:pt x="5476" y="18088"/>
                    <a:pt x="5370" y="19219"/>
                    <a:pt x="5853" y="20154"/>
                  </a:cubicBezTo>
                  <a:cubicBezTo>
                    <a:pt x="6265" y="20953"/>
                    <a:pt x="7065" y="21504"/>
                    <a:pt x="7924" y="21769"/>
                  </a:cubicBezTo>
                  <a:cubicBezTo>
                    <a:pt x="8493" y="21944"/>
                    <a:pt x="9087" y="22006"/>
                    <a:pt x="9683" y="22006"/>
                  </a:cubicBezTo>
                  <a:cubicBezTo>
                    <a:pt x="9988" y="22006"/>
                    <a:pt x="10293" y="21990"/>
                    <a:pt x="10596" y="21964"/>
                  </a:cubicBezTo>
                  <a:cubicBezTo>
                    <a:pt x="12068" y="21842"/>
                    <a:pt x="13697" y="21382"/>
                    <a:pt x="14411" y="20086"/>
                  </a:cubicBezTo>
                  <a:cubicBezTo>
                    <a:pt x="14729" y="19508"/>
                    <a:pt x="14821" y="18835"/>
                    <a:pt x="15076" y="18226"/>
                  </a:cubicBezTo>
                  <a:cubicBezTo>
                    <a:pt x="15479" y="17263"/>
                    <a:pt x="16345" y="16473"/>
                    <a:pt x="17374" y="16296"/>
                  </a:cubicBezTo>
                  <a:cubicBezTo>
                    <a:pt x="17508" y="16273"/>
                    <a:pt x="17644" y="16262"/>
                    <a:pt x="17779" y="16262"/>
                  </a:cubicBezTo>
                  <a:cubicBezTo>
                    <a:pt x="18689" y="16262"/>
                    <a:pt x="19606" y="16764"/>
                    <a:pt x="19980" y="17591"/>
                  </a:cubicBezTo>
                  <a:cubicBezTo>
                    <a:pt x="20346" y="18401"/>
                    <a:pt x="20173" y="19337"/>
                    <a:pt x="20199" y="20226"/>
                  </a:cubicBezTo>
                  <a:cubicBezTo>
                    <a:pt x="20223" y="21114"/>
                    <a:pt x="20606" y="22150"/>
                    <a:pt x="21472" y="22344"/>
                  </a:cubicBezTo>
                  <a:cubicBezTo>
                    <a:pt x="21557" y="22363"/>
                    <a:pt x="21642" y="22372"/>
                    <a:pt x="21725" y="22372"/>
                  </a:cubicBezTo>
                  <a:cubicBezTo>
                    <a:pt x="22502" y="22372"/>
                    <a:pt x="23190" y="21590"/>
                    <a:pt x="23268" y="20784"/>
                  </a:cubicBezTo>
                  <a:cubicBezTo>
                    <a:pt x="23372" y="19701"/>
                    <a:pt x="22701" y="18708"/>
                    <a:pt x="22459" y="17647"/>
                  </a:cubicBezTo>
                  <a:cubicBezTo>
                    <a:pt x="22128" y="16185"/>
                    <a:pt x="22657" y="14610"/>
                    <a:pt x="23642" y="13480"/>
                  </a:cubicBezTo>
                  <a:cubicBezTo>
                    <a:pt x="24628" y="12352"/>
                    <a:pt x="26024" y="11638"/>
                    <a:pt x="27473" y="11257"/>
                  </a:cubicBezTo>
                  <a:cubicBezTo>
                    <a:pt x="28227" y="11058"/>
                    <a:pt x="29183" y="10750"/>
                    <a:pt x="29232" y="9973"/>
                  </a:cubicBezTo>
                  <a:cubicBezTo>
                    <a:pt x="29270" y="9360"/>
                    <a:pt x="28627" y="8881"/>
                    <a:pt x="28013" y="8859"/>
                  </a:cubicBezTo>
                  <a:cubicBezTo>
                    <a:pt x="27993" y="8859"/>
                    <a:pt x="27973" y="8858"/>
                    <a:pt x="27954" y="8858"/>
                  </a:cubicBezTo>
                  <a:cubicBezTo>
                    <a:pt x="27363" y="8858"/>
                    <a:pt x="26808" y="9146"/>
                    <a:pt x="26282" y="9420"/>
                  </a:cubicBezTo>
                  <a:cubicBezTo>
                    <a:pt x="25783" y="9679"/>
                    <a:pt x="25251" y="9938"/>
                    <a:pt x="24697" y="9938"/>
                  </a:cubicBezTo>
                  <a:cubicBezTo>
                    <a:pt x="24644" y="9938"/>
                    <a:pt x="24592" y="9936"/>
                    <a:pt x="24539" y="9931"/>
                  </a:cubicBezTo>
                  <a:cubicBezTo>
                    <a:pt x="24405" y="9920"/>
                    <a:pt x="24268" y="9888"/>
                    <a:pt x="24163" y="9806"/>
                  </a:cubicBezTo>
                  <a:cubicBezTo>
                    <a:pt x="23927" y="9623"/>
                    <a:pt x="23933" y="9264"/>
                    <a:pt x="24025" y="8980"/>
                  </a:cubicBezTo>
                  <a:cubicBezTo>
                    <a:pt x="24288" y="8171"/>
                    <a:pt x="25019" y="7629"/>
                    <a:pt x="25634" y="7043"/>
                  </a:cubicBezTo>
                  <a:cubicBezTo>
                    <a:pt x="26112" y="6590"/>
                    <a:pt x="27023" y="5508"/>
                    <a:pt x="26520" y="4817"/>
                  </a:cubicBezTo>
                  <a:cubicBezTo>
                    <a:pt x="26200" y="4377"/>
                    <a:pt x="25597" y="4196"/>
                    <a:pt x="25033" y="4196"/>
                  </a:cubicBezTo>
                  <a:cubicBezTo>
                    <a:pt x="24803" y="4196"/>
                    <a:pt x="24579" y="4226"/>
                    <a:pt x="24383" y="4282"/>
                  </a:cubicBezTo>
                  <a:cubicBezTo>
                    <a:pt x="23632" y="4495"/>
                    <a:pt x="23005" y="5001"/>
                    <a:pt x="22403" y="5499"/>
                  </a:cubicBezTo>
                  <a:cubicBezTo>
                    <a:pt x="21802" y="5997"/>
                    <a:pt x="21182" y="6509"/>
                    <a:pt x="20433" y="6735"/>
                  </a:cubicBezTo>
                  <a:cubicBezTo>
                    <a:pt x="20172" y="6814"/>
                    <a:pt x="19901" y="6852"/>
                    <a:pt x="19629" y="6852"/>
                  </a:cubicBezTo>
                  <a:cubicBezTo>
                    <a:pt x="18777" y="6852"/>
                    <a:pt x="17920" y="6480"/>
                    <a:pt x="17368" y="5827"/>
                  </a:cubicBezTo>
                  <a:cubicBezTo>
                    <a:pt x="16755" y="5100"/>
                    <a:pt x="16535" y="4131"/>
                    <a:pt x="16326" y="3204"/>
                  </a:cubicBezTo>
                  <a:cubicBezTo>
                    <a:pt x="16151" y="2428"/>
                    <a:pt x="15967" y="1645"/>
                    <a:pt x="15614" y="933"/>
                  </a:cubicBezTo>
                  <a:cubicBezTo>
                    <a:pt x="15467" y="634"/>
                    <a:pt x="15282" y="339"/>
                    <a:pt x="14998" y="160"/>
                  </a:cubicBezTo>
                  <a:cubicBezTo>
                    <a:pt x="14823" y="50"/>
                    <a:pt x="14625" y="1"/>
                    <a:pt x="1442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17508000">
              <a:off x="8363880" y="-720360"/>
              <a:ext cx="198720" cy="2941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294120"/>
                <a:gd name="textAreaBottom" fmla="*/ 294480 h 294120"/>
              </a:gdLst>
              <a:ahLst/>
              <a:cxnLst/>
              <a:rect l="textAreaLeft" t="textAreaTop" r="textAreaRight" b="textAreaBottom"/>
              <a:pathLst>
                <a:path w="3355" h="4964">
                  <a:moveTo>
                    <a:pt x="1441" y="0"/>
                  </a:moveTo>
                  <a:cubicBezTo>
                    <a:pt x="939" y="0"/>
                    <a:pt x="1711" y="2759"/>
                    <a:pt x="0" y="4963"/>
                  </a:cubicBezTo>
                  <a:cubicBezTo>
                    <a:pt x="0" y="4963"/>
                    <a:pt x="3355" y="1888"/>
                    <a:pt x="1939" y="371"/>
                  </a:cubicBezTo>
                  <a:cubicBezTo>
                    <a:pt x="1699" y="114"/>
                    <a:pt x="1544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 rot="17508000">
              <a:off x="9237600" y="-515160"/>
              <a:ext cx="345960" cy="19476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5837" h="3286">
                  <a:moveTo>
                    <a:pt x="2485" y="0"/>
                  </a:moveTo>
                  <a:cubicBezTo>
                    <a:pt x="1615" y="0"/>
                    <a:pt x="1241" y="509"/>
                    <a:pt x="1241" y="509"/>
                  </a:cubicBezTo>
                  <a:cubicBezTo>
                    <a:pt x="1241" y="509"/>
                    <a:pt x="0" y="1638"/>
                    <a:pt x="2178" y="2933"/>
                  </a:cubicBezTo>
                  <a:cubicBezTo>
                    <a:pt x="2594" y="3180"/>
                    <a:pt x="2999" y="3285"/>
                    <a:pt x="3368" y="3285"/>
                  </a:cubicBezTo>
                  <a:cubicBezTo>
                    <a:pt x="4930" y="3285"/>
                    <a:pt x="5837" y="1405"/>
                    <a:pt x="4155" y="496"/>
                  </a:cubicBezTo>
                  <a:cubicBezTo>
                    <a:pt x="3467" y="125"/>
                    <a:pt x="2915" y="0"/>
                    <a:pt x="24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 rot="17508000">
              <a:off x="8170560" y="345240"/>
              <a:ext cx="84240" cy="149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1424" h="2528">
                  <a:moveTo>
                    <a:pt x="1423" y="0"/>
                  </a:moveTo>
                  <a:lnTo>
                    <a:pt x="1423" y="0"/>
                  </a:lnTo>
                  <a:cubicBezTo>
                    <a:pt x="833" y="135"/>
                    <a:pt x="289" y="569"/>
                    <a:pt x="100" y="1159"/>
                  </a:cubicBezTo>
                  <a:cubicBezTo>
                    <a:pt x="81" y="1213"/>
                    <a:pt x="66" y="1278"/>
                    <a:pt x="53" y="1334"/>
                  </a:cubicBezTo>
                  <a:cubicBezTo>
                    <a:pt x="52" y="1351"/>
                    <a:pt x="38" y="1445"/>
                    <a:pt x="35" y="1464"/>
                  </a:cubicBezTo>
                  <a:cubicBezTo>
                    <a:pt x="0" y="1834"/>
                    <a:pt x="104" y="2219"/>
                    <a:pt x="298" y="2527"/>
                  </a:cubicBezTo>
                  <a:cubicBezTo>
                    <a:pt x="288" y="2462"/>
                    <a:pt x="272" y="2398"/>
                    <a:pt x="259" y="2334"/>
                  </a:cubicBezTo>
                  <a:cubicBezTo>
                    <a:pt x="252" y="2288"/>
                    <a:pt x="243" y="2236"/>
                    <a:pt x="236" y="2190"/>
                  </a:cubicBezTo>
                  <a:cubicBezTo>
                    <a:pt x="229" y="2147"/>
                    <a:pt x="222" y="2068"/>
                    <a:pt x="216" y="2025"/>
                  </a:cubicBezTo>
                  <a:cubicBezTo>
                    <a:pt x="213" y="1990"/>
                    <a:pt x="210" y="1940"/>
                    <a:pt x="209" y="1907"/>
                  </a:cubicBezTo>
                  <a:cubicBezTo>
                    <a:pt x="205" y="1852"/>
                    <a:pt x="209" y="1796"/>
                    <a:pt x="207" y="1743"/>
                  </a:cubicBezTo>
                  <a:cubicBezTo>
                    <a:pt x="209" y="1728"/>
                    <a:pt x="212" y="1688"/>
                    <a:pt x="212" y="1672"/>
                  </a:cubicBezTo>
                  <a:cubicBezTo>
                    <a:pt x="215" y="1612"/>
                    <a:pt x="226" y="1551"/>
                    <a:pt x="233" y="1490"/>
                  </a:cubicBezTo>
                  <a:cubicBezTo>
                    <a:pt x="236" y="1474"/>
                    <a:pt x="254" y="1392"/>
                    <a:pt x="256" y="1379"/>
                  </a:cubicBezTo>
                  <a:cubicBezTo>
                    <a:pt x="265" y="1346"/>
                    <a:pt x="279" y="1301"/>
                    <a:pt x="288" y="1268"/>
                  </a:cubicBezTo>
                  <a:cubicBezTo>
                    <a:pt x="469" y="710"/>
                    <a:pt x="931" y="308"/>
                    <a:pt x="14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 rot="17508000">
              <a:off x="8304120" y="-117720"/>
              <a:ext cx="123480" cy="2764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276480"/>
                <a:gd name="textAreaBottom" fmla="*/ 276840 h 276480"/>
              </a:gdLst>
              <a:ahLst/>
              <a:cxnLst/>
              <a:rect l="textAreaLeft" t="textAreaTop" r="textAreaRight" b="textAreaBottom"/>
              <a:pathLst>
                <a:path w="2089" h="4666">
                  <a:moveTo>
                    <a:pt x="983" y="0"/>
                  </a:moveTo>
                  <a:cubicBezTo>
                    <a:pt x="697" y="753"/>
                    <a:pt x="842" y="1639"/>
                    <a:pt x="1310" y="2290"/>
                  </a:cubicBezTo>
                  <a:cubicBezTo>
                    <a:pt x="1360" y="2363"/>
                    <a:pt x="1428" y="2441"/>
                    <a:pt x="1481" y="2513"/>
                  </a:cubicBezTo>
                  <a:cubicBezTo>
                    <a:pt x="2008" y="3224"/>
                    <a:pt x="1411" y="4204"/>
                    <a:pt x="697" y="4517"/>
                  </a:cubicBezTo>
                  <a:cubicBezTo>
                    <a:pt x="583" y="4567"/>
                    <a:pt x="457" y="4599"/>
                    <a:pt x="333" y="4599"/>
                  </a:cubicBezTo>
                  <a:cubicBezTo>
                    <a:pt x="217" y="4599"/>
                    <a:pt x="103" y="4571"/>
                    <a:pt x="0" y="4504"/>
                  </a:cubicBezTo>
                  <a:lnTo>
                    <a:pt x="0" y="4504"/>
                  </a:lnTo>
                  <a:cubicBezTo>
                    <a:pt x="119" y="4619"/>
                    <a:pt x="278" y="4665"/>
                    <a:pt x="440" y="4665"/>
                  </a:cubicBezTo>
                  <a:cubicBezTo>
                    <a:pt x="540" y="4665"/>
                    <a:pt x="641" y="4648"/>
                    <a:pt x="733" y="4618"/>
                  </a:cubicBezTo>
                  <a:cubicBezTo>
                    <a:pt x="1468" y="4381"/>
                    <a:pt x="2088" y="3532"/>
                    <a:pt x="1841" y="2749"/>
                  </a:cubicBezTo>
                  <a:cubicBezTo>
                    <a:pt x="1789" y="2585"/>
                    <a:pt x="1701" y="2437"/>
                    <a:pt x="1591" y="2307"/>
                  </a:cubicBezTo>
                  <a:lnTo>
                    <a:pt x="1534" y="2238"/>
                  </a:lnTo>
                  <a:cubicBezTo>
                    <a:pt x="1421" y="2097"/>
                    <a:pt x="1323" y="1944"/>
                    <a:pt x="1238" y="1785"/>
                  </a:cubicBezTo>
                  <a:cubicBezTo>
                    <a:pt x="957" y="1241"/>
                    <a:pt x="871" y="605"/>
                    <a:pt x="98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 rot="17508000">
              <a:off x="8255880" y="156240"/>
              <a:ext cx="70560" cy="85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194" h="1443">
                  <a:moveTo>
                    <a:pt x="108" y="0"/>
                  </a:moveTo>
                  <a:cubicBezTo>
                    <a:pt x="70" y="0"/>
                    <a:pt x="34" y="7"/>
                    <a:pt x="0" y="21"/>
                  </a:cubicBezTo>
                  <a:cubicBezTo>
                    <a:pt x="261" y="67"/>
                    <a:pt x="508" y="437"/>
                    <a:pt x="655" y="645"/>
                  </a:cubicBezTo>
                  <a:cubicBezTo>
                    <a:pt x="774" y="822"/>
                    <a:pt x="890" y="1012"/>
                    <a:pt x="1013" y="1192"/>
                  </a:cubicBezTo>
                  <a:cubicBezTo>
                    <a:pt x="1069" y="1279"/>
                    <a:pt x="1126" y="1362"/>
                    <a:pt x="1193" y="1443"/>
                  </a:cubicBezTo>
                  <a:cubicBezTo>
                    <a:pt x="1179" y="1339"/>
                    <a:pt x="1156" y="1238"/>
                    <a:pt x="1127" y="1139"/>
                  </a:cubicBezTo>
                  <a:cubicBezTo>
                    <a:pt x="998" y="745"/>
                    <a:pt x="789" y="352"/>
                    <a:pt x="433" y="114"/>
                  </a:cubicBezTo>
                  <a:cubicBezTo>
                    <a:pt x="347" y="57"/>
                    <a:pt x="222" y="0"/>
                    <a:pt x="108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 rot="17508000">
              <a:off x="8490240" y="482400"/>
              <a:ext cx="154800" cy="124560"/>
            </a:xfrm>
            <a:custGeom>
              <a:avLst/>
              <a:gdLst>
                <a:gd name="textAreaLeft" fmla="*/ 0 w 154800"/>
                <a:gd name="textAreaRight" fmla="*/ 155160 w 15480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613" h="2108">
                  <a:moveTo>
                    <a:pt x="2481" y="0"/>
                  </a:moveTo>
                  <a:lnTo>
                    <a:pt x="2481" y="0"/>
                  </a:lnTo>
                  <a:cubicBezTo>
                    <a:pt x="2473" y="537"/>
                    <a:pt x="2195" y="1028"/>
                    <a:pt x="1773" y="1350"/>
                  </a:cubicBezTo>
                  <a:cubicBezTo>
                    <a:pt x="1618" y="1471"/>
                    <a:pt x="1442" y="1575"/>
                    <a:pt x="1265" y="1661"/>
                  </a:cubicBezTo>
                  <a:cubicBezTo>
                    <a:pt x="1170" y="1708"/>
                    <a:pt x="1062" y="1754"/>
                    <a:pt x="963" y="1793"/>
                  </a:cubicBezTo>
                  <a:cubicBezTo>
                    <a:pt x="934" y="1805"/>
                    <a:pt x="888" y="1825"/>
                    <a:pt x="859" y="1835"/>
                  </a:cubicBezTo>
                  <a:cubicBezTo>
                    <a:pt x="582" y="1939"/>
                    <a:pt x="294" y="2021"/>
                    <a:pt x="0" y="2107"/>
                  </a:cubicBezTo>
                  <a:cubicBezTo>
                    <a:pt x="6" y="2107"/>
                    <a:pt x="12" y="2107"/>
                    <a:pt x="18" y="2107"/>
                  </a:cubicBezTo>
                  <a:cubicBezTo>
                    <a:pt x="663" y="2107"/>
                    <a:pt x="1338" y="1948"/>
                    <a:pt x="1861" y="1554"/>
                  </a:cubicBezTo>
                  <a:cubicBezTo>
                    <a:pt x="1906" y="1521"/>
                    <a:pt x="1955" y="1477"/>
                    <a:pt x="1998" y="1441"/>
                  </a:cubicBezTo>
                  <a:cubicBezTo>
                    <a:pt x="2037" y="1402"/>
                    <a:pt x="2088" y="1356"/>
                    <a:pt x="2123" y="1313"/>
                  </a:cubicBezTo>
                  <a:cubicBezTo>
                    <a:pt x="2438" y="966"/>
                    <a:pt x="2612" y="459"/>
                    <a:pt x="248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 rot="17508000">
              <a:off x="8582760" y="874080"/>
              <a:ext cx="84240" cy="63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423" h="1072">
                  <a:moveTo>
                    <a:pt x="38" y="1"/>
                  </a:moveTo>
                  <a:cubicBezTo>
                    <a:pt x="1" y="521"/>
                    <a:pt x="343" y="1072"/>
                    <a:pt x="859" y="1072"/>
                  </a:cubicBezTo>
                  <a:cubicBezTo>
                    <a:pt x="941" y="1072"/>
                    <a:pt x="1028" y="1057"/>
                    <a:pt x="1118" y="1027"/>
                  </a:cubicBezTo>
                  <a:cubicBezTo>
                    <a:pt x="1126" y="1025"/>
                    <a:pt x="1141" y="1020"/>
                    <a:pt x="1149" y="1015"/>
                  </a:cubicBezTo>
                  <a:cubicBezTo>
                    <a:pt x="1206" y="994"/>
                    <a:pt x="1268" y="962"/>
                    <a:pt x="1320" y="929"/>
                  </a:cubicBezTo>
                  <a:cubicBezTo>
                    <a:pt x="1356" y="905"/>
                    <a:pt x="1389" y="879"/>
                    <a:pt x="1422" y="851"/>
                  </a:cubicBezTo>
                  <a:lnTo>
                    <a:pt x="1422" y="851"/>
                  </a:lnTo>
                  <a:cubicBezTo>
                    <a:pt x="1379" y="857"/>
                    <a:pt x="1339" y="864"/>
                    <a:pt x="1298" y="871"/>
                  </a:cubicBezTo>
                  <a:cubicBezTo>
                    <a:pt x="1221" y="883"/>
                    <a:pt x="1140" y="894"/>
                    <a:pt x="1062" y="896"/>
                  </a:cubicBezTo>
                  <a:cubicBezTo>
                    <a:pt x="1045" y="897"/>
                    <a:pt x="1027" y="897"/>
                    <a:pt x="1010" y="897"/>
                  </a:cubicBezTo>
                  <a:cubicBezTo>
                    <a:pt x="482" y="897"/>
                    <a:pt x="254" y="432"/>
                    <a:pt x="3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 rot="17508000">
              <a:off x="8988480" y="580680"/>
              <a:ext cx="167760" cy="28728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2831" h="4850">
                  <a:moveTo>
                    <a:pt x="733" y="0"/>
                  </a:moveTo>
                  <a:lnTo>
                    <a:pt x="733" y="0"/>
                  </a:lnTo>
                  <a:cubicBezTo>
                    <a:pt x="0" y="1744"/>
                    <a:pt x="89" y="4191"/>
                    <a:pt x="2258" y="4753"/>
                  </a:cubicBezTo>
                  <a:cubicBezTo>
                    <a:pt x="2379" y="4786"/>
                    <a:pt x="2514" y="4811"/>
                    <a:pt x="2638" y="4828"/>
                  </a:cubicBezTo>
                  <a:cubicBezTo>
                    <a:pt x="2701" y="4838"/>
                    <a:pt x="2766" y="4842"/>
                    <a:pt x="2831" y="4850"/>
                  </a:cubicBezTo>
                  <a:cubicBezTo>
                    <a:pt x="2706" y="4815"/>
                    <a:pt x="2583" y="4781"/>
                    <a:pt x="2462" y="4739"/>
                  </a:cubicBezTo>
                  <a:cubicBezTo>
                    <a:pt x="2195" y="4648"/>
                    <a:pt x="1933" y="4530"/>
                    <a:pt x="1697" y="4375"/>
                  </a:cubicBezTo>
                  <a:cubicBezTo>
                    <a:pt x="1308" y="4124"/>
                    <a:pt x="995" y="3760"/>
                    <a:pt x="806" y="3339"/>
                  </a:cubicBezTo>
                  <a:cubicBezTo>
                    <a:pt x="354" y="2326"/>
                    <a:pt x="495" y="1056"/>
                    <a:pt x="73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 rot="17508000">
              <a:off x="8635680" y="-393480"/>
              <a:ext cx="141840" cy="842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4240"/>
                <a:gd name="textAreaBottom" fmla="*/ 84600 h 84240"/>
              </a:gdLst>
              <a:ahLst/>
              <a:cxnLst/>
              <a:rect l="textAreaLeft" t="textAreaTop" r="textAreaRight" b="textAreaBottom"/>
              <a:pathLst>
                <a:path w="2397" h="1427">
                  <a:moveTo>
                    <a:pt x="2397" y="0"/>
                  </a:moveTo>
                  <a:lnTo>
                    <a:pt x="2397" y="0"/>
                  </a:lnTo>
                  <a:cubicBezTo>
                    <a:pt x="2084" y="279"/>
                    <a:pt x="1774" y="530"/>
                    <a:pt x="1421" y="744"/>
                  </a:cubicBezTo>
                  <a:cubicBezTo>
                    <a:pt x="975" y="1022"/>
                    <a:pt x="493" y="1238"/>
                    <a:pt x="1" y="1426"/>
                  </a:cubicBezTo>
                  <a:cubicBezTo>
                    <a:pt x="756" y="1423"/>
                    <a:pt x="1592" y="1013"/>
                    <a:pt x="2089" y="449"/>
                  </a:cubicBezTo>
                  <a:cubicBezTo>
                    <a:pt x="2169" y="357"/>
                    <a:pt x="2243" y="261"/>
                    <a:pt x="2307" y="159"/>
                  </a:cubicBezTo>
                  <a:cubicBezTo>
                    <a:pt x="2341" y="108"/>
                    <a:pt x="2368" y="54"/>
                    <a:pt x="239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120" bIns="42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 rot="17508000">
              <a:off x="9095760" y="-423000"/>
              <a:ext cx="169560" cy="297000"/>
            </a:xfrm>
            <a:custGeom>
              <a:avLst/>
              <a:gdLst>
                <a:gd name="textAreaLeft" fmla="*/ 0 w 169560"/>
                <a:gd name="textAreaRight" fmla="*/ 169920 w 169560"/>
                <a:gd name="textAreaTop" fmla="*/ 0 h 297000"/>
                <a:gd name="textAreaBottom" fmla="*/ 297360 h 297000"/>
              </a:gdLst>
              <a:ahLst/>
              <a:cxnLst/>
              <a:rect l="textAreaLeft" t="textAreaTop" r="textAreaRight" b="textAreaBottom"/>
              <a:pathLst>
                <a:path w="2863" h="5009">
                  <a:moveTo>
                    <a:pt x="2862" y="1"/>
                  </a:moveTo>
                  <a:cubicBezTo>
                    <a:pt x="1406" y="785"/>
                    <a:pt x="58" y="2348"/>
                    <a:pt x="4" y="4063"/>
                  </a:cubicBezTo>
                  <a:cubicBezTo>
                    <a:pt x="0" y="4254"/>
                    <a:pt x="9" y="4446"/>
                    <a:pt x="36" y="4636"/>
                  </a:cubicBezTo>
                  <a:cubicBezTo>
                    <a:pt x="52" y="4762"/>
                    <a:pt x="79" y="4886"/>
                    <a:pt x="111" y="5008"/>
                  </a:cubicBezTo>
                  <a:cubicBezTo>
                    <a:pt x="94" y="4757"/>
                    <a:pt x="89" y="4506"/>
                    <a:pt x="111" y="4257"/>
                  </a:cubicBezTo>
                  <a:cubicBezTo>
                    <a:pt x="258" y="2487"/>
                    <a:pt x="1524" y="1058"/>
                    <a:pt x="2862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 rot="17508000">
              <a:off x="9324720" y="-396720"/>
              <a:ext cx="57600" cy="885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978" h="1499">
                  <a:moveTo>
                    <a:pt x="977" y="1"/>
                  </a:moveTo>
                  <a:cubicBezTo>
                    <a:pt x="977" y="1"/>
                    <a:pt x="976" y="2"/>
                    <a:pt x="975" y="3"/>
                  </a:cubicBezTo>
                  <a:lnTo>
                    <a:pt x="975" y="3"/>
                  </a:lnTo>
                  <a:cubicBezTo>
                    <a:pt x="976" y="2"/>
                    <a:pt x="977" y="2"/>
                    <a:pt x="977" y="2"/>
                  </a:cubicBezTo>
                  <a:lnTo>
                    <a:pt x="977" y="1"/>
                  </a:lnTo>
                  <a:close/>
                  <a:moveTo>
                    <a:pt x="975" y="3"/>
                  </a:moveTo>
                  <a:lnTo>
                    <a:pt x="975" y="3"/>
                  </a:lnTo>
                  <a:cubicBezTo>
                    <a:pt x="646" y="55"/>
                    <a:pt x="299" y="260"/>
                    <a:pt x="133" y="556"/>
                  </a:cubicBezTo>
                  <a:cubicBezTo>
                    <a:pt x="0" y="794"/>
                    <a:pt x="16" y="1058"/>
                    <a:pt x="174" y="1282"/>
                  </a:cubicBezTo>
                  <a:cubicBezTo>
                    <a:pt x="199" y="1310"/>
                    <a:pt x="233" y="1355"/>
                    <a:pt x="261" y="1379"/>
                  </a:cubicBezTo>
                  <a:cubicBezTo>
                    <a:pt x="307" y="1425"/>
                    <a:pt x="357" y="1464"/>
                    <a:pt x="410" y="1499"/>
                  </a:cubicBezTo>
                  <a:cubicBezTo>
                    <a:pt x="402" y="1479"/>
                    <a:pt x="393" y="1460"/>
                    <a:pt x="383" y="1441"/>
                  </a:cubicBezTo>
                  <a:cubicBezTo>
                    <a:pt x="358" y="1397"/>
                    <a:pt x="340" y="1349"/>
                    <a:pt x="318" y="1303"/>
                  </a:cubicBezTo>
                  <a:cubicBezTo>
                    <a:pt x="312" y="1287"/>
                    <a:pt x="292" y="1238"/>
                    <a:pt x="287" y="1221"/>
                  </a:cubicBezTo>
                  <a:cubicBezTo>
                    <a:pt x="281" y="1202"/>
                    <a:pt x="266" y="1159"/>
                    <a:pt x="262" y="1140"/>
                  </a:cubicBezTo>
                  <a:cubicBezTo>
                    <a:pt x="259" y="1126"/>
                    <a:pt x="253" y="1099"/>
                    <a:pt x="251" y="1086"/>
                  </a:cubicBezTo>
                  <a:cubicBezTo>
                    <a:pt x="160" y="609"/>
                    <a:pt x="651" y="281"/>
                    <a:pt x="975" y="3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 rot="17508000">
              <a:off x="8401320" y="-651240"/>
              <a:ext cx="27360" cy="14220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465" h="2401">
                  <a:moveTo>
                    <a:pt x="263" y="1"/>
                  </a:moveTo>
                  <a:lnTo>
                    <a:pt x="263" y="1"/>
                  </a:lnTo>
                  <a:cubicBezTo>
                    <a:pt x="189" y="668"/>
                    <a:pt x="89" y="1430"/>
                    <a:pt x="21" y="2094"/>
                  </a:cubicBezTo>
                  <a:cubicBezTo>
                    <a:pt x="12" y="2195"/>
                    <a:pt x="2" y="2297"/>
                    <a:pt x="1" y="2401"/>
                  </a:cubicBezTo>
                  <a:cubicBezTo>
                    <a:pt x="48" y="2309"/>
                    <a:pt x="90" y="2215"/>
                    <a:pt x="126" y="2119"/>
                  </a:cubicBezTo>
                  <a:cubicBezTo>
                    <a:pt x="353" y="1503"/>
                    <a:pt x="464" y="634"/>
                    <a:pt x="26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 rot="17508000">
              <a:off x="9085320" y="114840"/>
              <a:ext cx="161280" cy="10980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2726" h="1856">
                  <a:moveTo>
                    <a:pt x="2159" y="0"/>
                  </a:moveTo>
                  <a:cubicBezTo>
                    <a:pt x="1817" y="0"/>
                    <a:pt x="1472" y="82"/>
                    <a:pt x="1173" y="246"/>
                  </a:cubicBezTo>
                  <a:cubicBezTo>
                    <a:pt x="572" y="569"/>
                    <a:pt x="127" y="1190"/>
                    <a:pt x="0" y="1856"/>
                  </a:cubicBezTo>
                  <a:cubicBezTo>
                    <a:pt x="307" y="1270"/>
                    <a:pt x="737" y="725"/>
                    <a:pt x="1321" y="407"/>
                  </a:cubicBezTo>
                  <a:cubicBezTo>
                    <a:pt x="1588" y="264"/>
                    <a:pt x="1880" y="174"/>
                    <a:pt x="2178" y="125"/>
                  </a:cubicBezTo>
                  <a:cubicBezTo>
                    <a:pt x="2212" y="121"/>
                    <a:pt x="2307" y="109"/>
                    <a:pt x="2340" y="103"/>
                  </a:cubicBezTo>
                  <a:cubicBezTo>
                    <a:pt x="2403" y="97"/>
                    <a:pt x="2467" y="93"/>
                    <a:pt x="2532" y="87"/>
                  </a:cubicBezTo>
                  <a:cubicBezTo>
                    <a:pt x="2595" y="85"/>
                    <a:pt x="2662" y="82"/>
                    <a:pt x="2726" y="77"/>
                  </a:cubicBezTo>
                  <a:cubicBezTo>
                    <a:pt x="2543" y="26"/>
                    <a:pt x="2352" y="0"/>
                    <a:pt x="21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" name="Google Shape;30;p2"/>
          <p:cNvGrpSpPr/>
          <p:nvPr/>
        </p:nvGrpSpPr>
        <p:grpSpPr>
          <a:xfrm>
            <a:off x="7753320" y="2952360"/>
            <a:ext cx="2197080" cy="3014280"/>
            <a:chOff x="7753320" y="2952360"/>
            <a:chExt cx="2197080" cy="3014280"/>
          </a:xfrm>
        </p:grpSpPr>
        <p:sp>
          <p:nvSpPr>
            <p:cNvPr id="24" name="Google Shape;31;p2"/>
            <p:cNvSpPr/>
            <p:nvPr/>
          </p:nvSpPr>
          <p:spPr>
            <a:xfrm rot="20089800">
              <a:off x="8412840" y="4392360"/>
              <a:ext cx="1315080" cy="133884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338840"/>
                <a:gd name="textAreaBottom" fmla="*/ 1339200 h 1338840"/>
              </a:gdLst>
              <a:ahLst/>
              <a:cxnLst/>
              <a:rect l="textAreaLeft" t="textAreaTop" r="textAreaRight" b="textAreaBottom"/>
              <a:pathLst>
                <a:path w="15925" h="16210">
                  <a:moveTo>
                    <a:pt x="3504" y="0"/>
                  </a:moveTo>
                  <a:cubicBezTo>
                    <a:pt x="3103" y="0"/>
                    <a:pt x="2308" y="471"/>
                    <a:pt x="1527" y="1199"/>
                  </a:cubicBezTo>
                  <a:cubicBezTo>
                    <a:pt x="572" y="2089"/>
                    <a:pt x="0" y="3028"/>
                    <a:pt x="249" y="3295"/>
                  </a:cubicBezTo>
                  <a:cubicBezTo>
                    <a:pt x="258" y="3304"/>
                    <a:pt x="267" y="3313"/>
                    <a:pt x="277" y="3318"/>
                  </a:cubicBezTo>
                  <a:lnTo>
                    <a:pt x="274" y="3321"/>
                  </a:lnTo>
                  <a:lnTo>
                    <a:pt x="12258" y="16176"/>
                  </a:lnTo>
                  <a:lnTo>
                    <a:pt x="12264" y="16170"/>
                  </a:lnTo>
                  <a:cubicBezTo>
                    <a:pt x="12299" y="16197"/>
                    <a:pt x="12348" y="16210"/>
                    <a:pt x="12407" y="16210"/>
                  </a:cubicBezTo>
                  <a:cubicBezTo>
                    <a:pt x="12778" y="16210"/>
                    <a:pt x="13577" y="15718"/>
                    <a:pt x="14376" y="14973"/>
                  </a:cubicBezTo>
                  <a:cubicBezTo>
                    <a:pt x="15330" y="14082"/>
                    <a:pt x="15925" y="13167"/>
                    <a:pt x="15702" y="12928"/>
                  </a:cubicBezTo>
                  <a:cubicBezTo>
                    <a:pt x="15694" y="12921"/>
                    <a:pt x="15686" y="12914"/>
                    <a:pt x="15677" y="12908"/>
                  </a:cubicBezTo>
                  <a:lnTo>
                    <a:pt x="3733" y="96"/>
                  </a:lnTo>
                  <a:lnTo>
                    <a:pt x="3729" y="101"/>
                  </a:lnTo>
                  <a:cubicBezTo>
                    <a:pt x="3722" y="91"/>
                    <a:pt x="3714" y="81"/>
                    <a:pt x="3707" y="72"/>
                  </a:cubicBezTo>
                  <a:cubicBezTo>
                    <a:pt x="3662" y="23"/>
                    <a:pt x="3592" y="0"/>
                    <a:pt x="35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 rot="20089800">
              <a:off x="8404920" y="4411440"/>
              <a:ext cx="1315080" cy="133884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338840"/>
                <a:gd name="textAreaBottom" fmla="*/ 1339200 h 1338840"/>
              </a:gdLst>
              <a:ahLst/>
              <a:cxnLst/>
              <a:rect l="textAreaLeft" t="textAreaTop" r="textAreaRight" b="textAreaBottom"/>
              <a:pathLst>
                <a:path w="15924" h="16210">
                  <a:moveTo>
                    <a:pt x="3503" y="0"/>
                  </a:moveTo>
                  <a:cubicBezTo>
                    <a:pt x="3103" y="0"/>
                    <a:pt x="2307" y="471"/>
                    <a:pt x="1526" y="1199"/>
                  </a:cubicBezTo>
                  <a:cubicBezTo>
                    <a:pt x="572" y="2090"/>
                    <a:pt x="1" y="3028"/>
                    <a:pt x="249" y="3296"/>
                  </a:cubicBezTo>
                  <a:cubicBezTo>
                    <a:pt x="258" y="3304"/>
                    <a:pt x="267" y="3311"/>
                    <a:pt x="277" y="3319"/>
                  </a:cubicBezTo>
                  <a:lnTo>
                    <a:pt x="274" y="3321"/>
                  </a:lnTo>
                  <a:lnTo>
                    <a:pt x="12257" y="16176"/>
                  </a:lnTo>
                  <a:lnTo>
                    <a:pt x="12264" y="16171"/>
                  </a:lnTo>
                  <a:cubicBezTo>
                    <a:pt x="12299" y="16197"/>
                    <a:pt x="12348" y="16210"/>
                    <a:pt x="12407" y="16210"/>
                  </a:cubicBezTo>
                  <a:cubicBezTo>
                    <a:pt x="12776" y="16210"/>
                    <a:pt x="13576" y="15718"/>
                    <a:pt x="14375" y="14973"/>
                  </a:cubicBezTo>
                  <a:cubicBezTo>
                    <a:pt x="15331" y="14083"/>
                    <a:pt x="15923" y="13167"/>
                    <a:pt x="15700" y="12928"/>
                  </a:cubicBezTo>
                  <a:cubicBezTo>
                    <a:pt x="15693" y="12921"/>
                    <a:pt x="15686" y="12914"/>
                    <a:pt x="15677" y="12908"/>
                  </a:cubicBezTo>
                  <a:lnTo>
                    <a:pt x="3733" y="97"/>
                  </a:lnTo>
                  <a:lnTo>
                    <a:pt x="3728" y="101"/>
                  </a:lnTo>
                  <a:cubicBezTo>
                    <a:pt x="3722" y="91"/>
                    <a:pt x="3715" y="81"/>
                    <a:pt x="3706" y="72"/>
                  </a:cubicBezTo>
                  <a:cubicBezTo>
                    <a:pt x="3661" y="24"/>
                    <a:pt x="3592" y="0"/>
                    <a:pt x="350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 rot="20089800">
              <a:off x="8492760" y="4500720"/>
              <a:ext cx="1114200" cy="1135080"/>
            </a:xfrm>
            <a:custGeom>
              <a:avLst/>
              <a:gdLst>
                <a:gd name="textAreaLeft" fmla="*/ 0 w 1114200"/>
                <a:gd name="textAreaRight" fmla="*/ 1114560 w 1114200"/>
                <a:gd name="textAreaTop" fmla="*/ 0 h 1135080"/>
                <a:gd name="textAreaBottom" fmla="*/ 1135440 h 1135080"/>
              </a:gdLst>
              <a:ahLst/>
              <a:cxnLst/>
              <a:rect l="textAreaLeft" t="textAreaTop" r="textAreaRight" b="textAreaBottom"/>
              <a:pathLst>
                <a:path w="13491" h="13744">
                  <a:moveTo>
                    <a:pt x="3460" y="0"/>
                  </a:moveTo>
                  <a:lnTo>
                    <a:pt x="2772" y="997"/>
                  </a:lnTo>
                  <a:cubicBezTo>
                    <a:pt x="2274" y="1600"/>
                    <a:pt x="1702" y="2137"/>
                    <a:pt x="1068" y="2595"/>
                  </a:cubicBezTo>
                  <a:lnTo>
                    <a:pt x="1" y="3225"/>
                  </a:lnTo>
                  <a:lnTo>
                    <a:pt x="9824" y="13710"/>
                  </a:lnTo>
                  <a:lnTo>
                    <a:pt x="9829" y="13704"/>
                  </a:lnTo>
                  <a:cubicBezTo>
                    <a:pt x="9865" y="13731"/>
                    <a:pt x="9914" y="13744"/>
                    <a:pt x="9973" y="13744"/>
                  </a:cubicBezTo>
                  <a:cubicBezTo>
                    <a:pt x="10343" y="13744"/>
                    <a:pt x="11141" y="13253"/>
                    <a:pt x="11942" y="12507"/>
                  </a:cubicBezTo>
                  <a:cubicBezTo>
                    <a:pt x="12896" y="11617"/>
                    <a:pt x="13490" y="10702"/>
                    <a:pt x="13267" y="10463"/>
                  </a:cubicBezTo>
                  <a:cubicBezTo>
                    <a:pt x="13260" y="10455"/>
                    <a:pt x="13251" y="10448"/>
                    <a:pt x="13243" y="10442"/>
                  </a:cubicBezTo>
                  <a:lnTo>
                    <a:pt x="34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 rot="20089800">
              <a:off x="8763480" y="4800960"/>
              <a:ext cx="589320" cy="559080"/>
            </a:xfrm>
            <a:custGeom>
              <a:avLst/>
              <a:gdLst>
                <a:gd name="textAreaLeft" fmla="*/ 0 w 589320"/>
                <a:gd name="textAreaRight" fmla="*/ 589680 w 589320"/>
                <a:gd name="textAreaTop" fmla="*/ 0 h 559080"/>
                <a:gd name="textAreaBottom" fmla="*/ 559440 h 559080"/>
              </a:gdLst>
              <a:ahLst/>
              <a:cxnLst/>
              <a:rect l="textAreaLeft" t="textAreaTop" r="textAreaRight" b="textAreaBottom"/>
              <a:pathLst>
                <a:path w="7137" h="6771">
                  <a:moveTo>
                    <a:pt x="872" y="0"/>
                  </a:moveTo>
                  <a:cubicBezTo>
                    <a:pt x="725" y="0"/>
                    <a:pt x="606" y="38"/>
                    <a:pt x="521" y="117"/>
                  </a:cubicBezTo>
                  <a:cubicBezTo>
                    <a:pt x="0" y="602"/>
                    <a:pt x="942" y="2460"/>
                    <a:pt x="2624" y="4265"/>
                  </a:cubicBezTo>
                  <a:cubicBezTo>
                    <a:pt x="4033" y="5775"/>
                    <a:pt x="5514" y="6770"/>
                    <a:pt x="6265" y="6770"/>
                  </a:cubicBezTo>
                  <a:cubicBezTo>
                    <a:pt x="6411" y="6770"/>
                    <a:pt x="6529" y="6733"/>
                    <a:pt x="6614" y="6653"/>
                  </a:cubicBezTo>
                  <a:cubicBezTo>
                    <a:pt x="7137" y="6167"/>
                    <a:pt x="6194" y="4311"/>
                    <a:pt x="4512" y="2505"/>
                  </a:cubicBezTo>
                  <a:cubicBezTo>
                    <a:pt x="3104" y="995"/>
                    <a:pt x="1623" y="0"/>
                    <a:pt x="8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 rot="20089800">
              <a:off x="9329760" y="5100840"/>
              <a:ext cx="315720" cy="29628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296280"/>
                <a:gd name="textAreaBottom" fmla="*/ 296640 h 296280"/>
              </a:gdLst>
              <a:ahLst/>
              <a:cxnLst/>
              <a:rect l="textAreaLeft" t="textAreaTop" r="textAreaRight" b="textAreaBottom"/>
              <a:pathLst>
                <a:path w="3826" h="3592">
                  <a:moveTo>
                    <a:pt x="3491" y="0"/>
                  </a:moveTo>
                  <a:cubicBezTo>
                    <a:pt x="2048" y="2603"/>
                    <a:pt x="74" y="3203"/>
                    <a:pt x="0" y="3218"/>
                  </a:cubicBezTo>
                  <a:lnTo>
                    <a:pt x="325" y="3592"/>
                  </a:lnTo>
                  <a:cubicBezTo>
                    <a:pt x="383" y="3580"/>
                    <a:pt x="1138" y="3437"/>
                    <a:pt x="2248" y="2402"/>
                  </a:cubicBezTo>
                  <a:cubicBezTo>
                    <a:pt x="2776" y="1910"/>
                    <a:pt x="3303" y="1326"/>
                    <a:pt x="3825" y="384"/>
                  </a:cubicBezTo>
                  <a:lnTo>
                    <a:pt x="349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20089800">
              <a:off x="9391680" y="5123880"/>
              <a:ext cx="315720" cy="2966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3824" h="3593">
                  <a:moveTo>
                    <a:pt x="3490" y="0"/>
                  </a:moveTo>
                  <a:cubicBezTo>
                    <a:pt x="2047" y="2604"/>
                    <a:pt x="74" y="3204"/>
                    <a:pt x="0" y="3218"/>
                  </a:cubicBezTo>
                  <a:lnTo>
                    <a:pt x="324" y="3592"/>
                  </a:lnTo>
                  <a:cubicBezTo>
                    <a:pt x="382" y="3581"/>
                    <a:pt x="1137" y="3437"/>
                    <a:pt x="2247" y="2402"/>
                  </a:cubicBezTo>
                  <a:cubicBezTo>
                    <a:pt x="2775" y="1910"/>
                    <a:pt x="3302" y="1326"/>
                    <a:pt x="3824" y="385"/>
                  </a:cubicBezTo>
                  <a:lnTo>
                    <a:pt x="349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 rot="20089800">
              <a:off x="8384760" y="4722120"/>
              <a:ext cx="315720" cy="2966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3824" h="3593">
                  <a:moveTo>
                    <a:pt x="3491" y="1"/>
                  </a:moveTo>
                  <a:cubicBezTo>
                    <a:pt x="2047" y="2604"/>
                    <a:pt x="74" y="3204"/>
                    <a:pt x="0" y="3218"/>
                  </a:cubicBezTo>
                  <a:lnTo>
                    <a:pt x="324" y="3592"/>
                  </a:lnTo>
                  <a:cubicBezTo>
                    <a:pt x="383" y="3581"/>
                    <a:pt x="1137" y="3437"/>
                    <a:pt x="2247" y="2402"/>
                  </a:cubicBezTo>
                  <a:cubicBezTo>
                    <a:pt x="2776" y="1910"/>
                    <a:pt x="3303" y="1326"/>
                    <a:pt x="3824" y="385"/>
                  </a:cubicBezTo>
                  <a:lnTo>
                    <a:pt x="34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 rot="20089800">
              <a:off x="8446680" y="4745160"/>
              <a:ext cx="315720" cy="2966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3825" h="3593">
                  <a:moveTo>
                    <a:pt x="3491" y="1"/>
                  </a:moveTo>
                  <a:cubicBezTo>
                    <a:pt x="2048" y="2604"/>
                    <a:pt x="73" y="3204"/>
                    <a:pt x="0" y="3220"/>
                  </a:cubicBezTo>
                  <a:lnTo>
                    <a:pt x="324" y="3593"/>
                  </a:lnTo>
                  <a:cubicBezTo>
                    <a:pt x="383" y="3581"/>
                    <a:pt x="1137" y="3437"/>
                    <a:pt x="2246" y="2403"/>
                  </a:cubicBezTo>
                  <a:cubicBezTo>
                    <a:pt x="2776" y="1910"/>
                    <a:pt x="3303" y="1326"/>
                    <a:pt x="3825" y="385"/>
                  </a:cubicBezTo>
                  <a:lnTo>
                    <a:pt x="34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 rot="20089800">
              <a:off x="8226360" y="4672080"/>
              <a:ext cx="326520" cy="27792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3957" h="3368">
                  <a:moveTo>
                    <a:pt x="3503" y="0"/>
                  </a:moveTo>
                  <a:cubicBezTo>
                    <a:pt x="3103" y="0"/>
                    <a:pt x="2307" y="470"/>
                    <a:pt x="1526" y="1199"/>
                  </a:cubicBezTo>
                  <a:cubicBezTo>
                    <a:pt x="572" y="2088"/>
                    <a:pt x="1" y="3028"/>
                    <a:pt x="249" y="3296"/>
                  </a:cubicBezTo>
                  <a:cubicBezTo>
                    <a:pt x="295" y="3344"/>
                    <a:pt x="364" y="3367"/>
                    <a:pt x="452" y="3367"/>
                  </a:cubicBezTo>
                  <a:cubicBezTo>
                    <a:pt x="852" y="3367"/>
                    <a:pt x="1649" y="2897"/>
                    <a:pt x="2430" y="2169"/>
                  </a:cubicBezTo>
                  <a:cubicBezTo>
                    <a:pt x="3385" y="1278"/>
                    <a:pt x="3956" y="340"/>
                    <a:pt x="3706" y="72"/>
                  </a:cubicBezTo>
                  <a:cubicBezTo>
                    <a:pt x="3661" y="24"/>
                    <a:pt x="3592" y="0"/>
                    <a:pt x="350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 rot="20089800">
              <a:off x="8134560" y="4592520"/>
              <a:ext cx="341640" cy="33156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331560"/>
                <a:gd name="textAreaBottom" fmla="*/ 331920 h 331560"/>
              </a:gdLst>
              <a:ahLst/>
              <a:cxnLst/>
              <a:rect l="textAreaLeft" t="textAreaTop" r="textAreaRight" b="textAreaBottom"/>
              <a:pathLst>
                <a:path w="4140" h="4020">
                  <a:moveTo>
                    <a:pt x="517" y="0"/>
                  </a:moveTo>
                  <a:lnTo>
                    <a:pt x="1" y="629"/>
                  </a:lnTo>
                  <a:lnTo>
                    <a:pt x="1441" y="3988"/>
                  </a:lnTo>
                  <a:lnTo>
                    <a:pt x="1451" y="3978"/>
                  </a:lnTo>
                  <a:cubicBezTo>
                    <a:pt x="1451" y="3991"/>
                    <a:pt x="1454" y="4001"/>
                    <a:pt x="1462" y="4008"/>
                  </a:cubicBezTo>
                  <a:cubicBezTo>
                    <a:pt x="1468" y="4016"/>
                    <a:pt x="1479" y="4019"/>
                    <a:pt x="1494" y="4019"/>
                  </a:cubicBezTo>
                  <a:cubicBezTo>
                    <a:pt x="1654" y="4019"/>
                    <a:pt x="2255" y="3575"/>
                    <a:pt x="2911" y="2963"/>
                  </a:cubicBezTo>
                  <a:cubicBezTo>
                    <a:pt x="3627" y="2296"/>
                    <a:pt x="4140" y="1680"/>
                    <a:pt x="4055" y="1589"/>
                  </a:cubicBezTo>
                  <a:cubicBezTo>
                    <a:pt x="4049" y="1582"/>
                    <a:pt x="4039" y="1579"/>
                    <a:pt x="4026" y="1579"/>
                  </a:cubicBezTo>
                  <a:lnTo>
                    <a:pt x="4026" y="1578"/>
                  </a:lnTo>
                  <a:lnTo>
                    <a:pt x="4036" y="1569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 rot="20089800">
              <a:off x="8139240" y="4605480"/>
              <a:ext cx="341640" cy="33156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331560"/>
                <a:gd name="textAreaBottom" fmla="*/ 331920 h 331560"/>
              </a:gdLst>
              <a:ahLst/>
              <a:cxnLst/>
              <a:rect l="textAreaLeft" t="textAreaTop" r="textAreaRight" b="textAreaBottom"/>
              <a:pathLst>
                <a:path w="4139" h="4020">
                  <a:moveTo>
                    <a:pt x="517" y="0"/>
                  </a:moveTo>
                  <a:lnTo>
                    <a:pt x="0" y="629"/>
                  </a:lnTo>
                  <a:lnTo>
                    <a:pt x="1442" y="3988"/>
                  </a:lnTo>
                  <a:lnTo>
                    <a:pt x="1451" y="3978"/>
                  </a:lnTo>
                  <a:cubicBezTo>
                    <a:pt x="1451" y="3991"/>
                    <a:pt x="1454" y="4001"/>
                    <a:pt x="1461" y="4008"/>
                  </a:cubicBezTo>
                  <a:cubicBezTo>
                    <a:pt x="1468" y="4016"/>
                    <a:pt x="1479" y="4019"/>
                    <a:pt x="1493" y="4019"/>
                  </a:cubicBezTo>
                  <a:cubicBezTo>
                    <a:pt x="1653" y="4019"/>
                    <a:pt x="2254" y="3575"/>
                    <a:pt x="2911" y="2963"/>
                  </a:cubicBezTo>
                  <a:cubicBezTo>
                    <a:pt x="3627" y="2296"/>
                    <a:pt x="4139" y="1680"/>
                    <a:pt x="4055" y="1589"/>
                  </a:cubicBezTo>
                  <a:cubicBezTo>
                    <a:pt x="4048" y="1582"/>
                    <a:pt x="4038" y="1579"/>
                    <a:pt x="4025" y="1579"/>
                  </a:cubicBezTo>
                  <a:lnTo>
                    <a:pt x="4027" y="1579"/>
                  </a:lnTo>
                  <a:lnTo>
                    <a:pt x="4035" y="1569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 rot="20089800">
              <a:off x="9085680" y="5188680"/>
              <a:ext cx="217800" cy="23364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2640" h="2832">
                  <a:moveTo>
                    <a:pt x="0" y="1"/>
                  </a:moveTo>
                  <a:cubicBezTo>
                    <a:pt x="393" y="516"/>
                    <a:pt x="822" y="998"/>
                    <a:pt x="1261" y="1471"/>
                  </a:cubicBezTo>
                  <a:cubicBezTo>
                    <a:pt x="1702" y="1943"/>
                    <a:pt x="2153" y="2405"/>
                    <a:pt x="2639" y="2831"/>
                  </a:cubicBezTo>
                  <a:cubicBezTo>
                    <a:pt x="2248" y="2316"/>
                    <a:pt x="1818" y="1834"/>
                    <a:pt x="1379" y="1361"/>
                  </a:cubicBezTo>
                  <a:cubicBezTo>
                    <a:pt x="937" y="890"/>
                    <a:pt x="486" y="428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 rot="20089800">
              <a:off x="8224560" y="4766400"/>
              <a:ext cx="55800" cy="13788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137880"/>
                <a:gd name="textAreaBottom" fmla="*/ 138240 h 137880"/>
              </a:gdLst>
              <a:ahLst/>
              <a:cxnLst/>
              <a:rect l="textAreaLeft" t="textAreaTop" r="textAreaRight" b="textAreaBottom"/>
              <a:pathLst>
                <a:path w="679" h="1674">
                  <a:moveTo>
                    <a:pt x="1" y="1"/>
                  </a:moveTo>
                  <a:lnTo>
                    <a:pt x="1" y="1"/>
                  </a:lnTo>
                  <a:cubicBezTo>
                    <a:pt x="54" y="302"/>
                    <a:pt x="152" y="587"/>
                    <a:pt x="264" y="867"/>
                  </a:cubicBezTo>
                  <a:cubicBezTo>
                    <a:pt x="381" y="1148"/>
                    <a:pt x="506" y="1420"/>
                    <a:pt x="679" y="1673"/>
                  </a:cubicBezTo>
                  <a:cubicBezTo>
                    <a:pt x="625" y="1372"/>
                    <a:pt x="527" y="1087"/>
                    <a:pt x="415" y="807"/>
                  </a:cubicBezTo>
                  <a:cubicBezTo>
                    <a:pt x="300" y="526"/>
                    <a:pt x="173" y="253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9120" bIns="69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 rot="20089800">
              <a:off x="8432280" y="4945680"/>
              <a:ext cx="199440" cy="21420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214200"/>
                <a:gd name="textAreaBottom" fmla="*/ 214560 h 214200"/>
              </a:gdLst>
              <a:ahLst/>
              <a:cxnLst/>
              <a:rect l="textAreaLeft" t="textAreaTop" r="textAreaRight" b="textAreaBottom"/>
              <a:pathLst>
                <a:path w="2420" h="2596">
                  <a:moveTo>
                    <a:pt x="1" y="1"/>
                  </a:moveTo>
                  <a:lnTo>
                    <a:pt x="1" y="1"/>
                  </a:lnTo>
                  <a:cubicBezTo>
                    <a:pt x="356" y="477"/>
                    <a:pt x="748" y="919"/>
                    <a:pt x="1150" y="1353"/>
                  </a:cubicBezTo>
                  <a:cubicBezTo>
                    <a:pt x="1555" y="1785"/>
                    <a:pt x="1969" y="2208"/>
                    <a:pt x="2420" y="2595"/>
                  </a:cubicBezTo>
                  <a:cubicBezTo>
                    <a:pt x="2064" y="2120"/>
                    <a:pt x="1671" y="1677"/>
                    <a:pt x="1268" y="1242"/>
                  </a:cubicBezTo>
                  <a:cubicBezTo>
                    <a:pt x="864" y="811"/>
                    <a:pt x="450" y="389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 rot="20089800">
              <a:off x="9595440" y="5448240"/>
              <a:ext cx="118440" cy="5868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1439" h="716">
                  <a:moveTo>
                    <a:pt x="0" y="1"/>
                  </a:moveTo>
                  <a:cubicBezTo>
                    <a:pt x="146" y="242"/>
                    <a:pt x="326" y="460"/>
                    <a:pt x="513" y="668"/>
                  </a:cubicBezTo>
                  <a:cubicBezTo>
                    <a:pt x="580" y="701"/>
                    <a:pt x="651" y="716"/>
                    <a:pt x="722" y="716"/>
                  </a:cubicBezTo>
                  <a:cubicBezTo>
                    <a:pt x="891" y="716"/>
                    <a:pt x="1063" y="635"/>
                    <a:pt x="1189" y="529"/>
                  </a:cubicBezTo>
                  <a:cubicBezTo>
                    <a:pt x="1290" y="445"/>
                    <a:pt x="1373" y="342"/>
                    <a:pt x="1438" y="229"/>
                  </a:cubicBezTo>
                  <a:lnTo>
                    <a:pt x="1438" y="229"/>
                  </a:lnTo>
                  <a:cubicBezTo>
                    <a:pt x="1350" y="288"/>
                    <a:pt x="1268" y="352"/>
                    <a:pt x="1178" y="405"/>
                  </a:cubicBezTo>
                  <a:cubicBezTo>
                    <a:pt x="1047" y="484"/>
                    <a:pt x="898" y="550"/>
                    <a:pt x="746" y="553"/>
                  </a:cubicBezTo>
                  <a:cubicBezTo>
                    <a:pt x="741" y="553"/>
                    <a:pt x="736" y="553"/>
                    <a:pt x="732" y="553"/>
                  </a:cubicBezTo>
                  <a:cubicBezTo>
                    <a:pt x="690" y="553"/>
                    <a:pt x="648" y="548"/>
                    <a:pt x="609" y="535"/>
                  </a:cubicBezTo>
                  <a:lnTo>
                    <a:pt x="609" y="535"/>
                  </a:lnTo>
                  <a:cubicBezTo>
                    <a:pt x="420" y="341"/>
                    <a:pt x="223" y="155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 rot="20089800">
              <a:off x="8256600" y="3077280"/>
              <a:ext cx="1110240" cy="2614680"/>
            </a:xfrm>
            <a:custGeom>
              <a:avLst/>
              <a:gdLst>
                <a:gd name="textAreaLeft" fmla="*/ 0 w 1110240"/>
                <a:gd name="textAreaRight" fmla="*/ 1110600 w 1110240"/>
                <a:gd name="textAreaTop" fmla="*/ 0 h 2614680"/>
                <a:gd name="textAreaBottom" fmla="*/ 2615040 h 2614680"/>
              </a:gdLst>
              <a:ahLst/>
              <a:cxnLst/>
              <a:rect l="textAreaLeft" t="textAreaTop" r="textAreaRight" b="textAreaBottom"/>
              <a:pathLst>
                <a:path w="13442" h="31654">
                  <a:moveTo>
                    <a:pt x="13441" y="0"/>
                  </a:moveTo>
                  <a:lnTo>
                    <a:pt x="10219" y="3497"/>
                  </a:lnTo>
                  <a:lnTo>
                    <a:pt x="1" y="30846"/>
                  </a:lnTo>
                  <a:lnTo>
                    <a:pt x="1104" y="31380"/>
                  </a:lnTo>
                  <a:lnTo>
                    <a:pt x="2761" y="30693"/>
                  </a:lnTo>
                  <a:lnTo>
                    <a:pt x="3233" y="31653"/>
                  </a:lnTo>
                  <a:lnTo>
                    <a:pt x="13294" y="4277"/>
                  </a:lnTo>
                  <a:lnTo>
                    <a:pt x="13235" y="3624"/>
                  </a:lnTo>
                  <a:lnTo>
                    <a:pt x="12342" y="4048"/>
                  </a:lnTo>
                  <a:lnTo>
                    <a:pt x="12156" y="3359"/>
                  </a:lnTo>
                  <a:lnTo>
                    <a:pt x="11285" y="3745"/>
                  </a:lnTo>
                  <a:lnTo>
                    <a:pt x="1344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 rot="20089800">
              <a:off x="8647920" y="2988720"/>
              <a:ext cx="262440" cy="47916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479160"/>
                <a:gd name="textAreaBottom" fmla="*/ 479520 h 479160"/>
              </a:gdLst>
              <a:ahLst/>
              <a:cxnLst/>
              <a:rect l="textAreaLeft" t="textAreaTop" r="textAreaRight" b="textAreaBottom"/>
              <a:pathLst>
                <a:path w="3183" h="5803">
                  <a:moveTo>
                    <a:pt x="2571" y="1"/>
                  </a:moveTo>
                  <a:lnTo>
                    <a:pt x="1795" y="1096"/>
                  </a:lnTo>
                  <a:lnTo>
                    <a:pt x="0" y="3627"/>
                  </a:lnTo>
                  <a:cubicBezTo>
                    <a:pt x="0" y="3627"/>
                    <a:pt x="359" y="5064"/>
                    <a:pt x="344" y="5149"/>
                  </a:cubicBezTo>
                  <a:cubicBezTo>
                    <a:pt x="329" y="5234"/>
                    <a:pt x="1719" y="5803"/>
                    <a:pt x="1719" y="5803"/>
                  </a:cubicBezTo>
                  <a:lnTo>
                    <a:pt x="3077" y="4407"/>
                  </a:lnTo>
                  <a:lnTo>
                    <a:pt x="3146" y="1635"/>
                  </a:lnTo>
                  <a:lnTo>
                    <a:pt x="3182" y="189"/>
                  </a:lnTo>
                  <a:lnTo>
                    <a:pt x="257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8;p2"/>
            <p:cNvSpPr/>
            <p:nvPr/>
          </p:nvSpPr>
          <p:spPr>
            <a:xfrm rot="20089800">
              <a:off x="8357760" y="3310560"/>
              <a:ext cx="1095120" cy="2370240"/>
            </a:xfrm>
            <a:custGeom>
              <a:avLst/>
              <a:gdLst>
                <a:gd name="textAreaLeft" fmla="*/ 0 w 1095120"/>
                <a:gd name="textAreaRight" fmla="*/ 1095480 w 1095120"/>
                <a:gd name="textAreaTop" fmla="*/ 0 h 2370240"/>
                <a:gd name="textAreaBottom" fmla="*/ 2370600 h 2370240"/>
              </a:gdLst>
              <a:ahLst/>
              <a:cxnLst/>
              <a:rect l="textAreaLeft" t="textAreaTop" r="textAreaRight" b="textAreaBottom"/>
              <a:pathLst>
                <a:path w="13261" h="28697">
                  <a:moveTo>
                    <a:pt x="11097" y="1"/>
                  </a:moveTo>
                  <a:lnTo>
                    <a:pt x="10183" y="539"/>
                  </a:lnTo>
                  <a:lnTo>
                    <a:pt x="1" y="27859"/>
                  </a:lnTo>
                  <a:lnTo>
                    <a:pt x="1132" y="27745"/>
                  </a:lnTo>
                  <a:lnTo>
                    <a:pt x="2637" y="28155"/>
                  </a:lnTo>
                  <a:lnTo>
                    <a:pt x="3198" y="28696"/>
                  </a:lnTo>
                  <a:lnTo>
                    <a:pt x="13260" y="1319"/>
                  </a:lnTo>
                  <a:lnTo>
                    <a:pt x="13201" y="666"/>
                  </a:lnTo>
                  <a:lnTo>
                    <a:pt x="12308" y="1091"/>
                  </a:lnTo>
                  <a:lnTo>
                    <a:pt x="12122" y="402"/>
                  </a:lnTo>
                  <a:lnTo>
                    <a:pt x="11250" y="788"/>
                  </a:lnTo>
                  <a:lnTo>
                    <a:pt x="11097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9;p2"/>
            <p:cNvSpPr/>
            <p:nvPr/>
          </p:nvSpPr>
          <p:spPr>
            <a:xfrm rot="20089800">
              <a:off x="8884440" y="5670720"/>
              <a:ext cx="262800" cy="7704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3186" h="937">
                  <a:moveTo>
                    <a:pt x="1132" y="0"/>
                  </a:moveTo>
                  <a:lnTo>
                    <a:pt x="1" y="114"/>
                  </a:lnTo>
                  <a:lnTo>
                    <a:pt x="801" y="543"/>
                  </a:lnTo>
                  <a:lnTo>
                    <a:pt x="2085" y="885"/>
                  </a:lnTo>
                  <a:lnTo>
                    <a:pt x="3185" y="937"/>
                  </a:lnTo>
                  <a:lnTo>
                    <a:pt x="3185" y="937"/>
                  </a:lnTo>
                  <a:lnTo>
                    <a:pt x="2637" y="410"/>
                  </a:lnTo>
                  <a:lnTo>
                    <a:pt x="113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0;p2"/>
            <p:cNvSpPr/>
            <p:nvPr/>
          </p:nvSpPr>
          <p:spPr>
            <a:xfrm rot="20089800">
              <a:off x="8959320" y="5693040"/>
              <a:ext cx="116280" cy="3096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413" h="381">
                  <a:moveTo>
                    <a:pt x="124" y="0"/>
                  </a:moveTo>
                  <a:cubicBezTo>
                    <a:pt x="67" y="0"/>
                    <a:pt x="31" y="8"/>
                    <a:pt x="24" y="23"/>
                  </a:cubicBezTo>
                  <a:cubicBezTo>
                    <a:pt x="1" y="72"/>
                    <a:pt x="287" y="186"/>
                    <a:pt x="664" y="279"/>
                  </a:cubicBezTo>
                  <a:cubicBezTo>
                    <a:pt x="928" y="344"/>
                    <a:pt x="1165" y="380"/>
                    <a:pt x="1292" y="380"/>
                  </a:cubicBezTo>
                  <a:cubicBezTo>
                    <a:pt x="1348" y="380"/>
                    <a:pt x="1383" y="373"/>
                    <a:pt x="1390" y="359"/>
                  </a:cubicBezTo>
                  <a:cubicBezTo>
                    <a:pt x="1413" y="308"/>
                    <a:pt x="1126" y="195"/>
                    <a:pt x="749" y="101"/>
                  </a:cubicBezTo>
                  <a:cubicBezTo>
                    <a:pt x="488" y="37"/>
                    <a:pt x="252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51;p2"/>
            <p:cNvSpPr/>
            <p:nvPr/>
          </p:nvSpPr>
          <p:spPr>
            <a:xfrm rot="20089800">
              <a:off x="8710560" y="2970720"/>
              <a:ext cx="114480" cy="1177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7720"/>
                <a:gd name="textAreaBottom" fmla="*/ 118080 h 117720"/>
              </a:gdLst>
              <a:ahLst/>
              <a:cxnLst/>
              <a:rect l="textAreaLeft" t="textAreaTop" r="textAreaRight" b="textAreaBottom"/>
              <a:pathLst>
                <a:path w="1390" h="1428">
                  <a:moveTo>
                    <a:pt x="965" y="0"/>
                  </a:moveTo>
                  <a:cubicBezTo>
                    <a:pt x="851" y="0"/>
                    <a:pt x="777" y="48"/>
                    <a:pt x="777" y="48"/>
                  </a:cubicBezTo>
                  <a:lnTo>
                    <a:pt x="1" y="1143"/>
                  </a:lnTo>
                  <a:cubicBezTo>
                    <a:pt x="130" y="1112"/>
                    <a:pt x="254" y="1100"/>
                    <a:pt x="369" y="1100"/>
                  </a:cubicBezTo>
                  <a:cubicBezTo>
                    <a:pt x="959" y="1100"/>
                    <a:pt x="1352" y="1428"/>
                    <a:pt x="1352" y="1428"/>
                  </a:cubicBezTo>
                  <a:lnTo>
                    <a:pt x="1390" y="236"/>
                  </a:lnTo>
                  <a:cubicBezTo>
                    <a:pt x="1233" y="48"/>
                    <a:pt x="1080" y="0"/>
                    <a:pt x="96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2;p2"/>
            <p:cNvSpPr/>
            <p:nvPr/>
          </p:nvSpPr>
          <p:spPr>
            <a:xfrm rot="20089800">
              <a:off x="8744040" y="3352320"/>
              <a:ext cx="361800" cy="937440"/>
            </a:xfrm>
            <a:custGeom>
              <a:avLst/>
              <a:gdLst>
                <a:gd name="textAreaLeft" fmla="*/ 0 w 361800"/>
                <a:gd name="textAreaRight" fmla="*/ 362160 w 361800"/>
                <a:gd name="textAreaTop" fmla="*/ 0 h 937440"/>
                <a:gd name="textAreaBottom" fmla="*/ 937800 h 937440"/>
              </a:gdLst>
              <a:ahLst/>
              <a:cxnLst/>
              <a:rect l="textAreaLeft" t="textAreaTop" r="textAreaRight" b="textAreaBottom"/>
              <a:pathLst>
                <a:path w="4385" h="11352">
                  <a:moveTo>
                    <a:pt x="4385" y="1"/>
                  </a:moveTo>
                  <a:cubicBezTo>
                    <a:pt x="3986" y="935"/>
                    <a:pt x="3605" y="1874"/>
                    <a:pt x="3227" y="2814"/>
                  </a:cubicBezTo>
                  <a:lnTo>
                    <a:pt x="2111" y="5645"/>
                  </a:lnTo>
                  <a:lnTo>
                    <a:pt x="1033" y="8490"/>
                  </a:lnTo>
                  <a:cubicBezTo>
                    <a:pt x="682" y="9441"/>
                    <a:pt x="333" y="10393"/>
                    <a:pt x="0" y="11352"/>
                  </a:cubicBezTo>
                  <a:cubicBezTo>
                    <a:pt x="399" y="10419"/>
                    <a:pt x="780" y="9480"/>
                    <a:pt x="1159" y="8538"/>
                  </a:cubicBezTo>
                  <a:lnTo>
                    <a:pt x="2274" y="5708"/>
                  </a:lnTo>
                  <a:lnTo>
                    <a:pt x="3352" y="2863"/>
                  </a:lnTo>
                  <a:cubicBezTo>
                    <a:pt x="3704" y="1912"/>
                    <a:pt x="4054" y="961"/>
                    <a:pt x="438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3;p2"/>
            <p:cNvSpPr/>
            <p:nvPr/>
          </p:nvSpPr>
          <p:spPr>
            <a:xfrm rot="20089800">
              <a:off x="8890920" y="4457880"/>
              <a:ext cx="187200" cy="48636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486360"/>
                <a:gd name="textAreaBottom" fmla="*/ 486720 h 486360"/>
              </a:gdLst>
              <a:ahLst/>
              <a:cxnLst/>
              <a:rect l="textAreaLeft" t="textAreaTop" r="textAreaRight" b="textAreaBottom"/>
              <a:pathLst>
                <a:path w="2269" h="5890">
                  <a:moveTo>
                    <a:pt x="2268" y="1"/>
                  </a:moveTo>
                  <a:cubicBezTo>
                    <a:pt x="2045" y="479"/>
                    <a:pt x="1841" y="964"/>
                    <a:pt x="1639" y="1450"/>
                  </a:cubicBezTo>
                  <a:cubicBezTo>
                    <a:pt x="1436" y="1935"/>
                    <a:pt x="1249" y="2426"/>
                    <a:pt x="1054" y="2914"/>
                  </a:cubicBezTo>
                  <a:cubicBezTo>
                    <a:pt x="871" y="3407"/>
                    <a:pt x="681" y="3898"/>
                    <a:pt x="505" y="4393"/>
                  </a:cubicBezTo>
                  <a:cubicBezTo>
                    <a:pt x="328" y="4888"/>
                    <a:pt x="156" y="5386"/>
                    <a:pt x="0" y="5889"/>
                  </a:cubicBezTo>
                  <a:cubicBezTo>
                    <a:pt x="223" y="5412"/>
                    <a:pt x="428" y="4927"/>
                    <a:pt x="629" y="4442"/>
                  </a:cubicBezTo>
                  <a:cubicBezTo>
                    <a:pt x="832" y="3955"/>
                    <a:pt x="1020" y="3465"/>
                    <a:pt x="1215" y="2977"/>
                  </a:cubicBezTo>
                  <a:cubicBezTo>
                    <a:pt x="1397" y="2483"/>
                    <a:pt x="1587" y="1994"/>
                    <a:pt x="1763" y="1498"/>
                  </a:cubicBezTo>
                  <a:cubicBezTo>
                    <a:pt x="1940" y="1003"/>
                    <a:pt x="2113" y="506"/>
                    <a:pt x="2268" y="2"/>
                  </a:cubicBezTo>
                  <a:lnTo>
                    <a:pt x="226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" name="Google Shape;54;p2"/>
          <p:cNvGrpSpPr/>
          <p:nvPr/>
        </p:nvGrpSpPr>
        <p:grpSpPr>
          <a:xfrm>
            <a:off x="8524800" y="1706040"/>
            <a:ext cx="563400" cy="427320"/>
            <a:chOff x="8524800" y="1706040"/>
            <a:chExt cx="563400" cy="427320"/>
          </a:xfrm>
        </p:grpSpPr>
        <p:sp>
          <p:nvSpPr>
            <p:cNvPr id="48" name="Google Shape;55;p2"/>
            <p:cNvSpPr/>
            <p:nvPr/>
          </p:nvSpPr>
          <p:spPr>
            <a:xfrm flipV="1">
              <a:off x="8570520" y="1734120"/>
              <a:ext cx="271440" cy="26244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-360 h 262440"/>
                <a:gd name="textAreaBottom" fmla="*/ 262440 h 262440"/>
              </a:gdLst>
              <a:ahLst/>
              <a:cxnLst/>
              <a:rect l="textAreaLeft" t="textAreaTop" r="textAreaRight" b="textAreaBottom"/>
              <a:pathLst>
                <a:path w="1554" h="1503">
                  <a:moveTo>
                    <a:pt x="979" y="0"/>
                  </a:moveTo>
                  <a:lnTo>
                    <a:pt x="1" y="702"/>
                  </a:lnTo>
                  <a:lnTo>
                    <a:pt x="575" y="1503"/>
                  </a:lnTo>
                  <a:lnTo>
                    <a:pt x="1554" y="800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6;p2"/>
            <p:cNvSpPr/>
            <p:nvPr/>
          </p:nvSpPr>
          <p:spPr>
            <a:xfrm flipV="1">
              <a:off x="8533800" y="1712160"/>
              <a:ext cx="186840" cy="20628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-360 h 206280"/>
                <a:gd name="textAreaBottom" fmla="*/ 206280 h 206280"/>
              </a:gdLst>
              <a:ahLst/>
              <a:cxnLst/>
              <a:rect l="textAreaLeft" t="textAreaTop" r="textAreaRight" b="textAreaBottom"/>
              <a:pathLst>
                <a:path w="1071" h="1181">
                  <a:moveTo>
                    <a:pt x="210" y="0"/>
                  </a:moveTo>
                  <a:cubicBezTo>
                    <a:pt x="179" y="0"/>
                    <a:pt x="151" y="8"/>
                    <a:pt x="129" y="24"/>
                  </a:cubicBezTo>
                  <a:cubicBezTo>
                    <a:pt x="1" y="115"/>
                    <a:pt x="80" y="443"/>
                    <a:pt x="304" y="757"/>
                  </a:cubicBezTo>
                  <a:cubicBezTo>
                    <a:pt x="489" y="1014"/>
                    <a:pt x="716" y="1181"/>
                    <a:pt x="861" y="1181"/>
                  </a:cubicBezTo>
                  <a:cubicBezTo>
                    <a:pt x="892" y="1181"/>
                    <a:pt x="920" y="1173"/>
                    <a:pt x="942" y="1157"/>
                  </a:cubicBezTo>
                  <a:cubicBezTo>
                    <a:pt x="1070" y="1066"/>
                    <a:pt x="991" y="738"/>
                    <a:pt x="766" y="424"/>
                  </a:cubicBezTo>
                  <a:cubicBezTo>
                    <a:pt x="582" y="167"/>
                    <a:pt x="35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7;p2"/>
            <p:cNvSpPr/>
            <p:nvPr/>
          </p:nvSpPr>
          <p:spPr>
            <a:xfrm flipV="1">
              <a:off x="8524800" y="1705680"/>
              <a:ext cx="186840" cy="20628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-360 h 206280"/>
                <a:gd name="textAreaBottom" fmla="*/ 206280 h 206280"/>
              </a:gdLst>
              <a:ahLst/>
              <a:cxnLst/>
              <a:rect l="textAreaLeft" t="textAreaTop" r="textAreaRight" b="textAreaBottom"/>
              <a:pathLst>
                <a:path w="1070" h="1182">
                  <a:moveTo>
                    <a:pt x="209" y="1"/>
                  </a:moveTo>
                  <a:cubicBezTo>
                    <a:pt x="177" y="1"/>
                    <a:pt x="149" y="8"/>
                    <a:pt x="127" y="25"/>
                  </a:cubicBezTo>
                  <a:cubicBezTo>
                    <a:pt x="0" y="115"/>
                    <a:pt x="78" y="443"/>
                    <a:pt x="304" y="757"/>
                  </a:cubicBezTo>
                  <a:cubicBezTo>
                    <a:pt x="488" y="1014"/>
                    <a:pt x="714" y="1181"/>
                    <a:pt x="859" y="1181"/>
                  </a:cubicBezTo>
                  <a:cubicBezTo>
                    <a:pt x="891" y="1181"/>
                    <a:pt x="918" y="1174"/>
                    <a:pt x="941" y="1157"/>
                  </a:cubicBezTo>
                  <a:cubicBezTo>
                    <a:pt x="1069" y="1067"/>
                    <a:pt x="990" y="738"/>
                    <a:pt x="766" y="425"/>
                  </a:cubicBezTo>
                  <a:cubicBezTo>
                    <a:pt x="581" y="168"/>
                    <a:pt x="354" y="1"/>
                    <a:pt x="209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8;p2"/>
            <p:cNvSpPr/>
            <p:nvPr/>
          </p:nvSpPr>
          <p:spPr>
            <a:xfrm flipV="1">
              <a:off x="8655840" y="1812240"/>
              <a:ext cx="326520" cy="30888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360 h 308880"/>
                <a:gd name="textAreaBottom" fmla="*/ 309600 h 308880"/>
              </a:gdLst>
              <a:ahLst/>
              <a:cxnLst/>
              <a:rect l="textAreaLeft" t="textAreaTop" r="textAreaRight" b="textAreaBottom"/>
              <a:pathLst>
                <a:path w="1869" h="1767">
                  <a:moveTo>
                    <a:pt x="582" y="0"/>
                  </a:moveTo>
                  <a:cubicBezTo>
                    <a:pt x="574" y="0"/>
                    <a:pt x="567" y="0"/>
                    <a:pt x="559" y="1"/>
                  </a:cubicBezTo>
                  <a:cubicBezTo>
                    <a:pt x="1" y="368"/>
                    <a:pt x="335" y="792"/>
                    <a:pt x="335" y="792"/>
                  </a:cubicBezTo>
                  <a:cubicBezTo>
                    <a:pt x="961" y="1142"/>
                    <a:pt x="896" y="1607"/>
                    <a:pt x="896" y="1607"/>
                  </a:cubicBezTo>
                  <a:cubicBezTo>
                    <a:pt x="1010" y="1726"/>
                    <a:pt x="1133" y="1766"/>
                    <a:pt x="1248" y="1766"/>
                  </a:cubicBezTo>
                  <a:cubicBezTo>
                    <a:pt x="1497" y="1766"/>
                    <a:pt x="1707" y="1575"/>
                    <a:pt x="1707" y="1575"/>
                  </a:cubicBezTo>
                  <a:lnTo>
                    <a:pt x="1720" y="1558"/>
                  </a:lnTo>
                  <a:cubicBezTo>
                    <a:pt x="1868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59;p2"/>
            <p:cNvSpPr/>
            <p:nvPr/>
          </p:nvSpPr>
          <p:spPr>
            <a:xfrm flipV="1">
              <a:off x="8876880" y="1973520"/>
              <a:ext cx="211320" cy="15984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360 h 159840"/>
                <a:gd name="textAreaBottom" fmla="*/ 160560 h 159840"/>
              </a:gdLst>
              <a:ahLst/>
              <a:cxnLst/>
              <a:rect l="textAreaLeft" t="textAreaTop" r="textAreaRight" b="textAreaBottom"/>
              <a:pathLst>
                <a:path w="1210" h="916">
                  <a:moveTo>
                    <a:pt x="1209" y="0"/>
                  </a:moveTo>
                  <a:lnTo>
                    <a:pt x="0" y="753"/>
                  </a:lnTo>
                  <a:cubicBezTo>
                    <a:pt x="55" y="787"/>
                    <a:pt x="117" y="915"/>
                    <a:pt x="117" y="915"/>
                  </a:cubicBezTo>
                  <a:lnTo>
                    <a:pt x="120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9920" bIns="799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0;p2"/>
            <p:cNvSpPr/>
            <p:nvPr/>
          </p:nvSpPr>
          <p:spPr>
            <a:xfrm flipV="1">
              <a:off x="8651160" y="1806480"/>
              <a:ext cx="326160" cy="30852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-360 h 308520"/>
                <a:gd name="textAreaBottom" fmla="*/ 308520 h 308520"/>
              </a:gdLst>
              <a:ahLst/>
              <a:cxnLst/>
              <a:rect l="textAreaLeft" t="textAreaTop" r="textAreaRight" b="textAreaBottom"/>
              <a:pathLst>
                <a:path w="1867" h="1766">
                  <a:moveTo>
                    <a:pt x="582" y="0"/>
                  </a:moveTo>
                  <a:cubicBezTo>
                    <a:pt x="574" y="0"/>
                    <a:pt x="566" y="1"/>
                    <a:pt x="558" y="1"/>
                  </a:cubicBezTo>
                  <a:cubicBezTo>
                    <a:pt x="0" y="368"/>
                    <a:pt x="332" y="792"/>
                    <a:pt x="332" y="792"/>
                  </a:cubicBezTo>
                  <a:cubicBezTo>
                    <a:pt x="960" y="1142"/>
                    <a:pt x="895" y="1607"/>
                    <a:pt x="895" y="1607"/>
                  </a:cubicBezTo>
                  <a:cubicBezTo>
                    <a:pt x="1009" y="1725"/>
                    <a:pt x="1131" y="1766"/>
                    <a:pt x="1246" y="1766"/>
                  </a:cubicBezTo>
                  <a:cubicBezTo>
                    <a:pt x="1494" y="1766"/>
                    <a:pt x="1705" y="1575"/>
                    <a:pt x="1705" y="1575"/>
                  </a:cubicBezTo>
                  <a:lnTo>
                    <a:pt x="1718" y="1558"/>
                  </a:lnTo>
                  <a:cubicBezTo>
                    <a:pt x="1866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1;p2"/>
            <p:cNvSpPr/>
            <p:nvPr/>
          </p:nvSpPr>
          <p:spPr>
            <a:xfrm flipV="1">
              <a:off x="8709120" y="1834560"/>
              <a:ext cx="105840" cy="14220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-360 h 142200"/>
                <a:gd name="textAreaBottom" fmla="*/ 142200 h 142200"/>
              </a:gdLst>
              <a:ahLst/>
              <a:cxnLst/>
              <a:rect l="textAreaLeft" t="textAreaTop" r="textAreaRight" b="textAreaBottom"/>
              <a:pathLst>
                <a:path w="608" h="816">
                  <a:moveTo>
                    <a:pt x="13" y="1"/>
                  </a:moveTo>
                  <a:cubicBezTo>
                    <a:pt x="9" y="1"/>
                    <a:pt x="5" y="1"/>
                    <a:pt x="0" y="1"/>
                  </a:cubicBezTo>
                  <a:cubicBezTo>
                    <a:pt x="0" y="1"/>
                    <a:pt x="566" y="237"/>
                    <a:pt x="563" y="816"/>
                  </a:cubicBezTo>
                  <a:cubicBezTo>
                    <a:pt x="563" y="816"/>
                    <a:pt x="608" y="776"/>
                    <a:pt x="572" y="529"/>
                  </a:cubicBezTo>
                  <a:cubicBezTo>
                    <a:pt x="538" y="297"/>
                    <a:pt x="216" y="1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2;p2"/>
            <p:cNvSpPr/>
            <p:nvPr/>
          </p:nvSpPr>
          <p:spPr>
            <a:xfrm flipV="1">
              <a:off x="8548200" y="1838520"/>
              <a:ext cx="56880" cy="5580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-360 h 55800"/>
                <a:gd name="textAreaBottom" fmla="*/ 55800 h 55800"/>
              </a:gdLst>
              <a:ahLst/>
              <a:cxnLst/>
              <a:rect l="textAreaLeft" t="textAreaTop" r="textAreaRight" b="textAreaBottom"/>
              <a:pathLst>
                <a:path w="327" h="321">
                  <a:moveTo>
                    <a:pt x="116" y="1"/>
                  </a:moveTo>
                  <a:cubicBezTo>
                    <a:pt x="92" y="1"/>
                    <a:pt x="68" y="7"/>
                    <a:pt x="45" y="24"/>
                  </a:cubicBezTo>
                  <a:cubicBezTo>
                    <a:pt x="1" y="71"/>
                    <a:pt x="4" y="130"/>
                    <a:pt x="11" y="178"/>
                  </a:cubicBezTo>
                  <a:cubicBezTo>
                    <a:pt x="20" y="228"/>
                    <a:pt x="35" y="276"/>
                    <a:pt x="60" y="320"/>
                  </a:cubicBezTo>
                  <a:cubicBezTo>
                    <a:pt x="53" y="270"/>
                    <a:pt x="44" y="223"/>
                    <a:pt x="43" y="175"/>
                  </a:cubicBezTo>
                  <a:cubicBezTo>
                    <a:pt x="41" y="129"/>
                    <a:pt x="45" y="79"/>
                    <a:pt x="73" y="54"/>
                  </a:cubicBezTo>
                  <a:cubicBezTo>
                    <a:pt x="84" y="43"/>
                    <a:pt x="101" y="39"/>
                    <a:pt x="120" y="39"/>
                  </a:cubicBezTo>
                  <a:cubicBezTo>
                    <a:pt x="142" y="39"/>
                    <a:pt x="168" y="45"/>
                    <a:pt x="192" y="54"/>
                  </a:cubicBezTo>
                  <a:cubicBezTo>
                    <a:pt x="237" y="67"/>
                    <a:pt x="280" y="90"/>
                    <a:pt x="326" y="109"/>
                  </a:cubicBezTo>
                  <a:cubicBezTo>
                    <a:pt x="290" y="76"/>
                    <a:pt x="250" y="46"/>
                    <a:pt x="204" y="24"/>
                  </a:cubicBezTo>
                  <a:cubicBezTo>
                    <a:pt x="179" y="12"/>
                    <a:pt x="148" y="1"/>
                    <a:pt x="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3;p2"/>
            <p:cNvSpPr/>
            <p:nvPr/>
          </p:nvSpPr>
          <p:spPr>
            <a:xfrm flipV="1">
              <a:off x="8631000" y="1900800"/>
              <a:ext cx="81360" cy="6300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-360 h 63000"/>
                <a:gd name="textAreaBottom" fmla="*/ 63000 h 63000"/>
              </a:gdLst>
              <a:ahLst/>
              <a:cxnLst/>
              <a:rect l="textAreaLeft" t="textAreaTop" r="textAreaRight" b="textAreaBottom"/>
              <a:pathLst>
                <a:path w="467" h="363">
                  <a:moveTo>
                    <a:pt x="467" y="0"/>
                  </a:moveTo>
                  <a:lnTo>
                    <a:pt x="467" y="0"/>
                  </a:lnTo>
                  <a:cubicBezTo>
                    <a:pt x="377" y="46"/>
                    <a:pt x="300" y="107"/>
                    <a:pt x="220" y="164"/>
                  </a:cubicBezTo>
                  <a:cubicBezTo>
                    <a:pt x="144" y="228"/>
                    <a:pt x="67" y="288"/>
                    <a:pt x="0" y="363"/>
                  </a:cubicBezTo>
                  <a:cubicBezTo>
                    <a:pt x="88" y="315"/>
                    <a:pt x="167" y="256"/>
                    <a:pt x="246" y="197"/>
                  </a:cubicBezTo>
                  <a:cubicBezTo>
                    <a:pt x="323" y="136"/>
                    <a:pt x="399" y="74"/>
                    <a:pt x="467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4;p2"/>
            <p:cNvSpPr/>
            <p:nvPr/>
          </p:nvSpPr>
          <p:spPr>
            <a:xfrm flipV="1">
              <a:off x="8702280" y="1985760"/>
              <a:ext cx="55080" cy="11700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-360 h 117000"/>
                <a:gd name="textAreaBottom" fmla="*/ 117000 h 117000"/>
              </a:gdLst>
              <a:ahLst/>
              <a:cxnLst/>
              <a:rect l="textAreaLeft" t="textAreaTop" r="textAreaRight" b="textAreaBottom"/>
              <a:pathLst>
                <a:path w="316" h="670">
                  <a:moveTo>
                    <a:pt x="316" y="0"/>
                  </a:moveTo>
                  <a:lnTo>
                    <a:pt x="316" y="0"/>
                  </a:lnTo>
                  <a:cubicBezTo>
                    <a:pt x="255" y="34"/>
                    <a:pt x="202" y="75"/>
                    <a:pt x="155" y="123"/>
                  </a:cubicBezTo>
                  <a:cubicBezTo>
                    <a:pt x="107" y="172"/>
                    <a:pt x="65" y="228"/>
                    <a:pt x="38" y="291"/>
                  </a:cubicBezTo>
                  <a:cubicBezTo>
                    <a:pt x="12" y="356"/>
                    <a:pt x="1" y="429"/>
                    <a:pt x="16" y="498"/>
                  </a:cubicBezTo>
                  <a:cubicBezTo>
                    <a:pt x="31" y="567"/>
                    <a:pt x="77" y="624"/>
                    <a:pt x="124" y="670"/>
                  </a:cubicBezTo>
                  <a:cubicBezTo>
                    <a:pt x="90" y="612"/>
                    <a:pt x="54" y="556"/>
                    <a:pt x="48" y="493"/>
                  </a:cubicBezTo>
                  <a:cubicBezTo>
                    <a:pt x="39" y="429"/>
                    <a:pt x="49" y="366"/>
                    <a:pt x="75" y="308"/>
                  </a:cubicBezTo>
                  <a:cubicBezTo>
                    <a:pt x="98" y="248"/>
                    <a:pt x="137" y="196"/>
                    <a:pt x="179" y="144"/>
                  </a:cubicBezTo>
                  <a:cubicBezTo>
                    <a:pt x="219" y="94"/>
                    <a:pt x="265" y="46"/>
                    <a:pt x="316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65;p2"/>
            <p:cNvSpPr/>
            <p:nvPr/>
          </p:nvSpPr>
          <p:spPr>
            <a:xfrm flipV="1">
              <a:off x="8731440" y="1753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15" h="24">
                  <a:moveTo>
                    <a:pt x="15" y="1"/>
                  </a:moveTo>
                  <a:cubicBezTo>
                    <a:pt x="0" y="3"/>
                    <a:pt x="3" y="12"/>
                    <a:pt x="10" y="24"/>
                  </a:cubicBezTo>
                  <a:cubicBezTo>
                    <a:pt x="12" y="16"/>
                    <a:pt x="12" y="8"/>
                    <a:pt x="15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6;p2"/>
            <p:cNvSpPr/>
            <p:nvPr/>
          </p:nvSpPr>
          <p:spPr>
            <a:xfrm flipV="1">
              <a:off x="8762760" y="181548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19" h="69">
                  <a:moveTo>
                    <a:pt x="19" y="1"/>
                  </a:moveTo>
                  <a:cubicBezTo>
                    <a:pt x="19" y="2"/>
                    <a:pt x="19" y="3"/>
                    <a:pt x="19" y="4"/>
                  </a:cubicBezTo>
                  <a:lnTo>
                    <a:pt x="19" y="4"/>
                  </a:lnTo>
                  <a:cubicBezTo>
                    <a:pt x="19" y="3"/>
                    <a:pt x="19" y="2"/>
                    <a:pt x="19" y="1"/>
                  </a:cubicBezTo>
                  <a:close/>
                  <a:moveTo>
                    <a:pt x="19" y="4"/>
                  </a:moveTo>
                  <a:cubicBezTo>
                    <a:pt x="17" y="21"/>
                    <a:pt x="7" y="45"/>
                    <a:pt x="0" y="68"/>
                  </a:cubicBezTo>
                  <a:cubicBezTo>
                    <a:pt x="11" y="60"/>
                    <a:pt x="17" y="41"/>
                    <a:pt x="19" y="4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67;p2"/>
            <p:cNvSpPr/>
            <p:nvPr/>
          </p:nvSpPr>
          <p:spPr>
            <a:xfrm flipV="1">
              <a:off x="8849520" y="170640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360 h 720"/>
                <a:gd name="textAreaBottom" fmla="*/ 1440 h 720"/>
              </a:gdLst>
              <a:ahLst/>
              <a:cxnLst/>
              <a:rect l="textAreaLeft" t="textAreaTop" r="textAreaRight" b="textAreaBottom"/>
              <a:pathLst>
                <a:path w="38" h="41">
                  <a:moveTo>
                    <a:pt x="23" y="1"/>
                  </a:moveTo>
                  <a:cubicBezTo>
                    <a:pt x="5" y="29"/>
                    <a:pt x="0" y="40"/>
                    <a:pt x="3" y="40"/>
                  </a:cubicBezTo>
                  <a:cubicBezTo>
                    <a:pt x="7" y="40"/>
                    <a:pt x="21" y="27"/>
                    <a:pt x="37" y="7"/>
                  </a:cubicBezTo>
                  <a:cubicBezTo>
                    <a:pt x="33" y="5"/>
                    <a:pt x="28" y="4"/>
                    <a:pt x="23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68;p2"/>
            <p:cNvSpPr/>
            <p:nvPr/>
          </p:nvSpPr>
          <p:spPr>
            <a:xfrm flipV="1">
              <a:off x="8770680" y="1823040"/>
              <a:ext cx="2520" cy="10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-360 h 1080"/>
                <a:gd name="textAreaBottom" fmla="*/ 1080 h 1080"/>
              </a:gdLst>
              <a:ahLst/>
              <a:cxnLst/>
              <a:rect l="textAreaLeft" t="textAreaTop" r="textAreaRight" b="textAreaBottom"/>
              <a:pathLst>
                <a:path w="98" h="42">
                  <a:moveTo>
                    <a:pt x="1" y="1"/>
                  </a:moveTo>
                  <a:lnTo>
                    <a:pt x="15" y="41"/>
                  </a:lnTo>
                  <a:cubicBezTo>
                    <a:pt x="28" y="35"/>
                    <a:pt x="43" y="30"/>
                    <a:pt x="56" y="24"/>
                  </a:cubicBezTo>
                  <a:lnTo>
                    <a:pt x="97" y="11"/>
                  </a:lnTo>
                  <a:cubicBezTo>
                    <a:pt x="66" y="7"/>
                    <a:pt x="33" y="4"/>
                    <a:pt x="1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69;p2"/>
            <p:cNvSpPr/>
            <p:nvPr/>
          </p:nvSpPr>
          <p:spPr>
            <a:xfrm flipV="1">
              <a:off x="8768520" y="1828080"/>
              <a:ext cx="3960" cy="360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360 h 3600"/>
                <a:gd name="textAreaBottom" fmla="*/ 4320 h 3600"/>
              </a:gdLst>
              <a:ahLst/>
              <a:cxnLst/>
              <a:rect l="textAreaLeft" t="textAreaTop" r="textAreaRight" b="textAreaBottom"/>
              <a:pathLst>
                <a:path w="142" h="126">
                  <a:moveTo>
                    <a:pt x="51" y="1"/>
                  </a:moveTo>
                  <a:cubicBezTo>
                    <a:pt x="47" y="17"/>
                    <a:pt x="40" y="46"/>
                    <a:pt x="13" y="46"/>
                  </a:cubicBezTo>
                  <a:cubicBezTo>
                    <a:pt x="9" y="46"/>
                    <a:pt x="5" y="45"/>
                    <a:pt x="1" y="44"/>
                  </a:cubicBezTo>
                  <a:lnTo>
                    <a:pt x="1" y="44"/>
                  </a:lnTo>
                  <a:cubicBezTo>
                    <a:pt x="48" y="70"/>
                    <a:pt x="96" y="98"/>
                    <a:pt x="142" y="126"/>
                  </a:cubicBezTo>
                  <a:cubicBezTo>
                    <a:pt x="111" y="85"/>
                    <a:pt x="81" y="44"/>
                    <a:pt x="51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" name="Google Shape;70;p2"/>
          <p:cNvGrpSpPr/>
          <p:nvPr/>
        </p:nvGrpSpPr>
        <p:grpSpPr>
          <a:xfrm>
            <a:off x="-743760" y="-244800"/>
            <a:ext cx="1896120" cy="1950120"/>
            <a:chOff x="-743760" y="-244800"/>
            <a:chExt cx="1896120" cy="1950120"/>
          </a:xfrm>
        </p:grpSpPr>
        <p:sp>
          <p:nvSpPr>
            <p:cNvPr id="64" name="Google Shape;71;p2"/>
            <p:cNvSpPr/>
            <p:nvPr/>
          </p:nvSpPr>
          <p:spPr>
            <a:xfrm rot="12269400" flipV="1">
              <a:off x="271080" y="-113400"/>
              <a:ext cx="761760" cy="58536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360 h 585360"/>
                <a:gd name="textAreaBottom" fmla="*/ 586080 h 585360"/>
              </a:gdLst>
              <a:ahLst/>
              <a:cxnLst/>
              <a:rect l="textAreaLeft" t="textAreaTop" r="textAreaRight" b="textAreaBottom"/>
              <a:pathLst>
                <a:path w="6968" h="5354">
                  <a:moveTo>
                    <a:pt x="2171" y="0"/>
                  </a:moveTo>
                  <a:lnTo>
                    <a:pt x="1993" y="1151"/>
                  </a:lnTo>
                  <a:lnTo>
                    <a:pt x="1298" y="618"/>
                  </a:lnTo>
                  <a:lnTo>
                    <a:pt x="1298" y="618"/>
                  </a:lnTo>
                  <a:lnTo>
                    <a:pt x="1352" y="1399"/>
                  </a:lnTo>
                  <a:lnTo>
                    <a:pt x="647" y="1007"/>
                  </a:lnTo>
                  <a:lnTo>
                    <a:pt x="647" y="1007"/>
                  </a:lnTo>
                  <a:lnTo>
                    <a:pt x="742" y="1692"/>
                  </a:lnTo>
                  <a:lnTo>
                    <a:pt x="1" y="1327"/>
                  </a:lnTo>
                  <a:lnTo>
                    <a:pt x="1" y="1327"/>
                  </a:lnTo>
                  <a:cubicBezTo>
                    <a:pt x="1633" y="5166"/>
                    <a:pt x="3983" y="5353"/>
                    <a:pt x="3983" y="5353"/>
                  </a:cubicBezTo>
                  <a:lnTo>
                    <a:pt x="6967" y="4342"/>
                  </a:lnTo>
                  <a:cubicBezTo>
                    <a:pt x="3001" y="3311"/>
                    <a:pt x="2171" y="0"/>
                    <a:pt x="21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72;p2"/>
            <p:cNvSpPr/>
            <p:nvPr/>
          </p:nvSpPr>
          <p:spPr>
            <a:xfrm rot="12269400" flipV="1">
              <a:off x="283320" y="-97560"/>
              <a:ext cx="758160" cy="58680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360 h 586800"/>
                <a:gd name="textAreaBottom" fmla="*/ 587520 h 586800"/>
              </a:gdLst>
              <a:ahLst/>
              <a:cxnLst/>
              <a:rect l="textAreaLeft" t="textAreaTop" r="textAreaRight" b="textAreaBottom"/>
              <a:pathLst>
                <a:path w="6940" h="5369">
                  <a:moveTo>
                    <a:pt x="2202" y="1"/>
                  </a:moveTo>
                  <a:lnTo>
                    <a:pt x="2002" y="1142"/>
                  </a:lnTo>
                  <a:lnTo>
                    <a:pt x="1314" y="595"/>
                  </a:lnTo>
                  <a:lnTo>
                    <a:pt x="1355" y="1375"/>
                  </a:lnTo>
                  <a:lnTo>
                    <a:pt x="1355" y="1375"/>
                  </a:lnTo>
                  <a:lnTo>
                    <a:pt x="654" y="970"/>
                  </a:lnTo>
                  <a:lnTo>
                    <a:pt x="737" y="1654"/>
                  </a:lnTo>
                  <a:lnTo>
                    <a:pt x="1" y="1275"/>
                  </a:lnTo>
                  <a:lnTo>
                    <a:pt x="1" y="1275"/>
                  </a:lnTo>
                  <a:cubicBezTo>
                    <a:pt x="1569" y="5134"/>
                    <a:pt x="3926" y="5368"/>
                    <a:pt x="3926" y="5368"/>
                  </a:cubicBezTo>
                  <a:lnTo>
                    <a:pt x="6940" y="4423"/>
                  </a:lnTo>
                  <a:cubicBezTo>
                    <a:pt x="2977" y="3315"/>
                    <a:pt x="2202" y="1"/>
                    <a:pt x="2202" y="1"/>
                  </a:cubicBezTo>
                  <a:close/>
                </a:path>
              </a:pathLst>
            </a:custGeom>
            <a:solidFill>
              <a:srgbClr val="07B0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73;p2"/>
            <p:cNvSpPr/>
            <p:nvPr/>
          </p:nvSpPr>
          <p:spPr>
            <a:xfrm rot="12269400" flipV="1">
              <a:off x="444960" y="95040"/>
              <a:ext cx="300240" cy="31356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-360 h 313560"/>
                <a:gd name="textAreaBottom" fmla="*/ 313560 h 313560"/>
              </a:gdLst>
              <a:ahLst/>
              <a:cxnLst/>
              <a:rect l="textAreaLeft" t="textAreaTop" r="textAreaRight" b="textAreaBottom"/>
              <a:pathLst>
                <a:path w="2747" h="2871">
                  <a:moveTo>
                    <a:pt x="238" y="1"/>
                  </a:moveTo>
                  <a:cubicBezTo>
                    <a:pt x="92" y="1"/>
                    <a:pt x="1" y="111"/>
                    <a:pt x="43" y="270"/>
                  </a:cubicBezTo>
                  <a:cubicBezTo>
                    <a:pt x="70" y="375"/>
                    <a:pt x="151" y="474"/>
                    <a:pt x="247" y="538"/>
                  </a:cubicBezTo>
                  <a:cubicBezTo>
                    <a:pt x="128" y="604"/>
                    <a:pt x="82" y="758"/>
                    <a:pt x="161" y="948"/>
                  </a:cubicBezTo>
                  <a:cubicBezTo>
                    <a:pt x="193" y="1024"/>
                    <a:pt x="242" y="1099"/>
                    <a:pt x="302" y="1165"/>
                  </a:cubicBezTo>
                  <a:cubicBezTo>
                    <a:pt x="175" y="1236"/>
                    <a:pt x="147" y="1413"/>
                    <a:pt x="266" y="1627"/>
                  </a:cubicBezTo>
                  <a:cubicBezTo>
                    <a:pt x="418" y="1903"/>
                    <a:pt x="753" y="2121"/>
                    <a:pt x="990" y="2121"/>
                  </a:cubicBezTo>
                  <a:cubicBezTo>
                    <a:pt x="1002" y="2121"/>
                    <a:pt x="1013" y="2120"/>
                    <a:pt x="1024" y="2119"/>
                  </a:cubicBezTo>
                  <a:cubicBezTo>
                    <a:pt x="1042" y="2118"/>
                    <a:pt x="1059" y="2115"/>
                    <a:pt x="1075" y="2110"/>
                  </a:cubicBezTo>
                  <a:cubicBezTo>
                    <a:pt x="1250" y="2328"/>
                    <a:pt x="1532" y="2481"/>
                    <a:pt x="1734" y="2481"/>
                  </a:cubicBezTo>
                  <a:cubicBezTo>
                    <a:pt x="1755" y="2481"/>
                    <a:pt x="1776" y="2480"/>
                    <a:pt x="1796" y="2476"/>
                  </a:cubicBezTo>
                  <a:cubicBezTo>
                    <a:pt x="1800" y="2475"/>
                    <a:pt x="1801" y="2475"/>
                    <a:pt x="1806" y="2473"/>
                  </a:cubicBezTo>
                  <a:cubicBezTo>
                    <a:pt x="1926" y="2613"/>
                    <a:pt x="2111" y="2709"/>
                    <a:pt x="2245" y="2709"/>
                  </a:cubicBezTo>
                  <a:cubicBezTo>
                    <a:pt x="2253" y="2709"/>
                    <a:pt x="2261" y="2708"/>
                    <a:pt x="2269" y="2708"/>
                  </a:cubicBezTo>
                  <a:cubicBezTo>
                    <a:pt x="2364" y="2805"/>
                    <a:pt x="2498" y="2871"/>
                    <a:pt x="2595" y="2871"/>
                  </a:cubicBezTo>
                  <a:cubicBezTo>
                    <a:pt x="2613" y="2871"/>
                    <a:pt x="2629" y="2869"/>
                    <a:pt x="2643" y="2865"/>
                  </a:cubicBezTo>
                  <a:cubicBezTo>
                    <a:pt x="2747" y="2834"/>
                    <a:pt x="2737" y="2708"/>
                    <a:pt x="2630" y="2587"/>
                  </a:cubicBezTo>
                  <a:cubicBezTo>
                    <a:pt x="2610" y="2562"/>
                    <a:pt x="2587" y="2541"/>
                    <a:pt x="2564" y="2521"/>
                  </a:cubicBezTo>
                  <a:cubicBezTo>
                    <a:pt x="2563" y="2519"/>
                    <a:pt x="2563" y="2516"/>
                    <a:pt x="2561" y="2513"/>
                  </a:cubicBezTo>
                  <a:cubicBezTo>
                    <a:pt x="1937" y="1994"/>
                    <a:pt x="1423" y="1441"/>
                    <a:pt x="1019" y="877"/>
                  </a:cubicBezTo>
                  <a:cubicBezTo>
                    <a:pt x="1000" y="847"/>
                    <a:pt x="980" y="818"/>
                    <a:pt x="957" y="791"/>
                  </a:cubicBezTo>
                  <a:cubicBezTo>
                    <a:pt x="843" y="625"/>
                    <a:pt x="737" y="460"/>
                    <a:pt x="642" y="293"/>
                  </a:cubicBezTo>
                  <a:cubicBezTo>
                    <a:pt x="585" y="149"/>
                    <a:pt x="439" y="25"/>
                    <a:pt x="280" y="4"/>
                  </a:cubicBezTo>
                  <a:cubicBezTo>
                    <a:pt x="266" y="2"/>
                    <a:pt x="252" y="1"/>
                    <a:pt x="238" y="1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4;p2"/>
            <p:cNvSpPr/>
            <p:nvPr/>
          </p:nvSpPr>
          <p:spPr>
            <a:xfrm rot="12269400" flipV="1">
              <a:off x="295560" y="-90000"/>
              <a:ext cx="768600" cy="591840"/>
            </a:xfrm>
            <a:custGeom>
              <a:avLst/>
              <a:gdLst>
                <a:gd name="textAreaLeft" fmla="*/ 0 w 768600"/>
                <a:gd name="textAreaRight" fmla="*/ 768960 w 768600"/>
                <a:gd name="textAreaTop" fmla="*/ 360 h 591840"/>
                <a:gd name="textAreaBottom" fmla="*/ 592560 h 591840"/>
              </a:gdLst>
              <a:ahLst/>
              <a:cxnLst/>
              <a:rect l="textAreaLeft" t="textAreaTop" r="textAreaRight" b="textAreaBottom"/>
              <a:pathLst>
                <a:path w="7032" h="5413">
                  <a:moveTo>
                    <a:pt x="2435" y="1"/>
                  </a:moveTo>
                  <a:lnTo>
                    <a:pt x="2235" y="1142"/>
                  </a:lnTo>
                  <a:lnTo>
                    <a:pt x="1547" y="595"/>
                  </a:lnTo>
                  <a:lnTo>
                    <a:pt x="1588" y="1375"/>
                  </a:lnTo>
                  <a:lnTo>
                    <a:pt x="1588" y="1375"/>
                  </a:lnTo>
                  <a:lnTo>
                    <a:pt x="887" y="970"/>
                  </a:lnTo>
                  <a:lnTo>
                    <a:pt x="970" y="1654"/>
                  </a:lnTo>
                  <a:lnTo>
                    <a:pt x="0" y="1140"/>
                  </a:lnTo>
                  <a:lnTo>
                    <a:pt x="0" y="1140"/>
                  </a:lnTo>
                  <a:cubicBezTo>
                    <a:pt x="1559" y="5116"/>
                    <a:pt x="3725" y="5413"/>
                    <a:pt x="3725" y="5413"/>
                  </a:cubicBezTo>
                  <a:lnTo>
                    <a:pt x="7032" y="4427"/>
                  </a:lnTo>
                  <a:cubicBezTo>
                    <a:pt x="3294" y="3280"/>
                    <a:pt x="2435" y="1"/>
                    <a:pt x="24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5;p2"/>
            <p:cNvSpPr/>
            <p:nvPr/>
          </p:nvSpPr>
          <p:spPr>
            <a:xfrm rot="12269400" flipV="1">
              <a:off x="-519480" y="250560"/>
              <a:ext cx="1242000" cy="1227960"/>
            </a:xfrm>
            <a:custGeom>
              <a:avLst/>
              <a:gdLst>
                <a:gd name="textAreaLeft" fmla="*/ 0 w 1242000"/>
                <a:gd name="textAreaRight" fmla="*/ 1242360 w 1242000"/>
                <a:gd name="textAreaTop" fmla="*/ -360 h 1227960"/>
                <a:gd name="textAreaBottom" fmla="*/ 1227960 h 1227960"/>
              </a:gdLst>
              <a:ahLst/>
              <a:cxnLst/>
              <a:rect l="textAreaLeft" t="textAreaTop" r="textAreaRight" b="textAreaBottom"/>
              <a:pathLst>
                <a:path w="11360" h="11229">
                  <a:moveTo>
                    <a:pt x="4073" y="2847"/>
                  </a:moveTo>
                  <a:cubicBezTo>
                    <a:pt x="4970" y="2847"/>
                    <a:pt x="6384" y="3674"/>
                    <a:pt x="7304" y="5047"/>
                  </a:cubicBezTo>
                  <a:cubicBezTo>
                    <a:pt x="8441" y="6739"/>
                    <a:pt x="8396" y="8621"/>
                    <a:pt x="7656" y="9116"/>
                  </a:cubicBezTo>
                  <a:cubicBezTo>
                    <a:pt x="7525" y="9204"/>
                    <a:pt x="7370" y="9246"/>
                    <a:pt x="7196" y="9246"/>
                  </a:cubicBezTo>
                  <a:cubicBezTo>
                    <a:pt x="6390" y="9246"/>
                    <a:pt x="5194" y="8343"/>
                    <a:pt x="4260" y="6949"/>
                  </a:cubicBezTo>
                  <a:cubicBezTo>
                    <a:pt x="3123" y="5257"/>
                    <a:pt x="2803" y="3483"/>
                    <a:pt x="3542" y="2986"/>
                  </a:cubicBezTo>
                  <a:cubicBezTo>
                    <a:pt x="3682" y="2892"/>
                    <a:pt x="3864" y="2847"/>
                    <a:pt x="4073" y="2847"/>
                  </a:cubicBezTo>
                  <a:close/>
                  <a:moveTo>
                    <a:pt x="4360" y="0"/>
                  </a:moveTo>
                  <a:cubicBezTo>
                    <a:pt x="4221" y="0"/>
                    <a:pt x="4084" y="11"/>
                    <a:pt x="3949" y="32"/>
                  </a:cubicBezTo>
                  <a:cubicBezTo>
                    <a:pt x="3506" y="102"/>
                    <a:pt x="2356" y="989"/>
                    <a:pt x="1975" y="1289"/>
                  </a:cubicBezTo>
                  <a:cubicBezTo>
                    <a:pt x="204" y="2687"/>
                    <a:pt x="1" y="5671"/>
                    <a:pt x="1745" y="8272"/>
                  </a:cubicBezTo>
                  <a:cubicBezTo>
                    <a:pt x="2999" y="10139"/>
                    <a:pt x="4864" y="11228"/>
                    <a:pt x="6509" y="11228"/>
                  </a:cubicBezTo>
                  <a:cubicBezTo>
                    <a:pt x="7154" y="11228"/>
                    <a:pt x="7765" y="11060"/>
                    <a:pt x="8292" y="10706"/>
                  </a:cubicBezTo>
                  <a:cubicBezTo>
                    <a:pt x="8559" y="10528"/>
                    <a:pt x="9992" y="9616"/>
                    <a:pt x="10186" y="9368"/>
                  </a:cubicBezTo>
                  <a:cubicBezTo>
                    <a:pt x="11359" y="7877"/>
                    <a:pt x="10821" y="5653"/>
                    <a:pt x="9324" y="3422"/>
                  </a:cubicBezTo>
                  <a:cubicBezTo>
                    <a:pt x="8036" y="1503"/>
                    <a:pt x="6046" y="0"/>
                    <a:pt x="4360" y="0"/>
                  </a:cubicBezTo>
                  <a:close/>
                </a:path>
              </a:pathLst>
            </a:custGeom>
            <a:solidFill>
              <a:srgbClr val="07B0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6;p2"/>
            <p:cNvSpPr/>
            <p:nvPr/>
          </p:nvSpPr>
          <p:spPr>
            <a:xfrm rot="12269400" flipV="1">
              <a:off x="467280" y="503280"/>
              <a:ext cx="179280" cy="388800"/>
            </a:xfrm>
            <a:custGeom>
              <a:avLst/>
              <a:gdLst>
                <a:gd name="textAreaLeft" fmla="*/ 0 w 179280"/>
                <a:gd name="textAreaRight" fmla="*/ 179640 w 179280"/>
                <a:gd name="textAreaTop" fmla="*/ 360 h 388800"/>
                <a:gd name="textAreaBottom" fmla="*/ 389520 h 388800"/>
              </a:gdLst>
              <a:ahLst/>
              <a:cxnLst/>
              <a:rect l="textAreaLeft" t="textAreaTop" r="textAreaRight" b="textAreaBottom"/>
              <a:pathLst>
                <a:path w="1644" h="3562">
                  <a:moveTo>
                    <a:pt x="1397" y="0"/>
                  </a:moveTo>
                  <a:cubicBezTo>
                    <a:pt x="1284" y="0"/>
                    <a:pt x="1155" y="84"/>
                    <a:pt x="1074" y="227"/>
                  </a:cubicBezTo>
                  <a:lnTo>
                    <a:pt x="1074" y="228"/>
                  </a:lnTo>
                  <a:cubicBezTo>
                    <a:pt x="1008" y="346"/>
                    <a:pt x="992" y="476"/>
                    <a:pt x="1022" y="574"/>
                  </a:cubicBezTo>
                  <a:cubicBezTo>
                    <a:pt x="861" y="598"/>
                    <a:pt x="691" y="738"/>
                    <a:pt x="598" y="951"/>
                  </a:cubicBezTo>
                  <a:cubicBezTo>
                    <a:pt x="560" y="1039"/>
                    <a:pt x="539" y="1128"/>
                    <a:pt x="534" y="1211"/>
                  </a:cubicBezTo>
                  <a:cubicBezTo>
                    <a:pt x="364" y="1236"/>
                    <a:pt x="189" y="1395"/>
                    <a:pt x="110" y="1636"/>
                  </a:cubicBezTo>
                  <a:cubicBezTo>
                    <a:pt x="0" y="1962"/>
                    <a:pt x="117" y="2291"/>
                    <a:pt x="340" y="2352"/>
                  </a:cubicBezTo>
                  <a:cubicBezTo>
                    <a:pt x="357" y="2358"/>
                    <a:pt x="375" y="2361"/>
                    <a:pt x="392" y="2363"/>
                  </a:cubicBezTo>
                  <a:cubicBezTo>
                    <a:pt x="350" y="2646"/>
                    <a:pt x="485" y="2898"/>
                    <a:pt x="694" y="2937"/>
                  </a:cubicBezTo>
                  <a:cubicBezTo>
                    <a:pt x="697" y="2938"/>
                    <a:pt x="700" y="2938"/>
                    <a:pt x="704" y="2938"/>
                  </a:cubicBezTo>
                  <a:cubicBezTo>
                    <a:pt x="684" y="3112"/>
                    <a:pt x="767" y="3265"/>
                    <a:pt x="894" y="3301"/>
                  </a:cubicBezTo>
                  <a:cubicBezTo>
                    <a:pt x="888" y="3436"/>
                    <a:pt x="966" y="3551"/>
                    <a:pt x="1074" y="3561"/>
                  </a:cubicBezTo>
                  <a:cubicBezTo>
                    <a:pt x="1079" y="3562"/>
                    <a:pt x="1084" y="3562"/>
                    <a:pt x="1089" y="3562"/>
                  </a:cubicBezTo>
                  <a:cubicBezTo>
                    <a:pt x="1199" y="3562"/>
                    <a:pt x="1293" y="3457"/>
                    <a:pt x="1311" y="3324"/>
                  </a:cubicBezTo>
                  <a:cubicBezTo>
                    <a:pt x="1316" y="3296"/>
                    <a:pt x="1314" y="3271"/>
                    <a:pt x="1311" y="3245"/>
                  </a:cubicBezTo>
                  <a:cubicBezTo>
                    <a:pt x="1313" y="3243"/>
                    <a:pt x="1314" y="3240"/>
                    <a:pt x="1316" y="3239"/>
                  </a:cubicBezTo>
                  <a:cubicBezTo>
                    <a:pt x="1241" y="2578"/>
                    <a:pt x="1264" y="1889"/>
                    <a:pt x="1395" y="1187"/>
                  </a:cubicBezTo>
                  <a:cubicBezTo>
                    <a:pt x="1405" y="1151"/>
                    <a:pt x="1412" y="1115"/>
                    <a:pt x="1416" y="1080"/>
                  </a:cubicBezTo>
                  <a:cubicBezTo>
                    <a:pt x="1458" y="875"/>
                    <a:pt x="1508" y="669"/>
                    <a:pt x="1569" y="463"/>
                  </a:cubicBezTo>
                  <a:cubicBezTo>
                    <a:pt x="1644" y="293"/>
                    <a:pt x="1625" y="110"/>
                    <a:pt x="1507" y="33"/>
                  </a:cubicBezTo>
                  <a:cubicBezTo>
                    <a:pt x="1474" y="11"/>
                    <a:pt x="1437" y="0"/>
                    <a:pt x="1397" y="0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7;p2"/>
            <p:cNvSpPr/>
            <p:nvPr/>
          </p:nvSpPr>
          <p:spPr>
            <a:xfrm rot="12269400" flipV="1">
              <a:off x="403920" y="893880"/>
              <a:ext cx="131400" cy="26460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-360 h 264600"/>
                <a:gd name="textAreaBottom" fmla="*/ 264600 h 264600"/>
              </a:gdLst>
              <a:ahLst/>
              <a:cxnLst/>
              <a:rect l="textAreaLeft" t="textAreaTop" r="textAreaRight" b="textAreaBottom"/>
              <a:pathLst>
                <a:path w="1205" h="2422">
                  <a:moveTo>
                    <a:pt x="399" y="0"/>
                  </a:moveTo>
                  <a:cubicBezTo>
                    <a:pt x="309" y="0"/>
                    <a:pt x="229" y="96"/>
                    <a:pt x="220" y="230"/>
                  </a:cubicBezTo>
                  <a:lnTo>
                    <a:pt x="220" y="232"/>
                  </a:lnTo>
                  <a:cubicBezTo>
                    <a:pt x="214" y="319"/>
                    <a:pt x="242" y="403"/>
                    <a:pt x="286" y="456"/>
                  </a:cubicBezTo>
                  <a:cubicBezTo>
                    <a:pt x="197" y="511"/>
                    <a:pt x="132" y="634"/>
                    <a:pt x="134" y="788"/>
                  </a:cubicBezTo>
                  <a:cubicBezTo>
                    <a:pt x="134" y="850"/>
                    <a:pt x="144" y="911"/>
                    <a:pt x="164" y="965"/>
                  </a:cubicBezTo>
                  <a:cubicBezTo>
                    <a:pt x="66" y="1016"/>
                    <a:pt x="0" y="1153"/>
                    <a:pt x="13" y="1319"/>
                  </a:cubicBezTo>
                  <a:cubicBezTo>
                    <a:pt x="27" y="1544"/>
                    <a:pt x="177" y="1730"/>
                    <a:pt x="334" y="1731"/>
                  </a:cubicBezTo>
                  <a:cubicBezTo>
                    <a:pt x="345" y="1731"/>
                    <a:pt x="357" y="1730"/>
                    <a:pt x="367" y="1728"/>
                  </a:cubicBezTo>
                  <a:cubicBezTo>
                    <a:pt x="409" y="1914"/>
                    <a:pt x="548" y="2055"/>
                    <a:pt x="688" y="2055"/>
                  </a:cubicBezTo>
                  <a:cubicBezTo>
                    <a:pt x="691" y="2055"/>
                    <a:pt x="694" y="2055"/>
                    <a:pt x="697" y="2055"/>
                  </a:cubicBezTo>
                  <a:cubicBezTo>
                    <a:pt x="698" y="2055"/>
                    <a:pt x="701" y="2053"/>
                    <a:pt x="702" y="2053"/>
                  </a:cubicBezTo>
                  <a:cubicBezTo>
                    <a:pt x="731" y="2173"/>
                    <a:pt x="819" y="2262"/>
                    <a:pt x="910" y="2268"/>
                  </a:cubicBezTo>
                  <a:cubicBezTo>
                    <a:pt x="934" y="2356"/>
                    <a:pt x="1003" y="2421"/>
                    <a:pt x="1072" y="2421"/>
                  </a:cubicBezTo>
                  <a:cubicBezTo>
                    <a:pt x="1077" y="2421"/>
                    <a:pt x="1081" y="2421"/>
                    <a:pt x="1085" y="2420"/>
                  </a:cubicBezTo>
                  <a:cubicBezTo>
                    <a:pt x="1163" y="2413"/>
                    <a:pt x="1205" y="2325"/>
                    <a:pt x="1183" y="2226"/>
                  </a:cubicBezTo>
                  <a:cubicBezTo>
                    <a:pt x="1180" y="2206"/>
                    <a:pt x="1173" y="2189"/>
                    <a:pt x="1164" y="2171"/>
                  </a:cubicBezTo>
                  <a:cubicBezTo>
                    <a:pt x="1166" y="2170"/>
                    <a:pt x="1166" y="2167"/>
                    <a:pt x="1166" y="2166"/>
                  </a:cubicBezTo>
                  <a:cubicBezTo>
                    <a:pt x="961" y="1719"/>
                    <a:pt x="799" y="1249"/>
                    <a:pt x="685" y="761"/>
                  </a:cubicBezTo>
                  <a:cubicBezTo>
                    <a:pt x="681" y="737"/>
                    <a:pt x="675" y="711"/>
                    <a:pt x="668" y="688"/>
                  </a:cubicBezTo>
                  <a:cubicBezTo>
                    <a:pt x="636" y="544"/>
                    <a:pt x="609" y="400"/>
                    <a:pt x="586" y="255"/>
                  </a:cubicBezTo>
                  <a:cubicBezTo>
                    <a:pt x="581" y="128"/>
                    <a:pt x="515" y="20"/>
                    <a:pt x="423" y="3"/>
                  </a:cubicBezTo>
                  <a:cubicBezTo>
                    <a:pt x="415" y="1"/>
                    <a:pt x="407" y="0"/>
                    <a:pt x="399" y="0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8;p2"/>
            <p:cNvSpPr/>
            <p:nvPr/>
          </p:nvSpPr>
          <p:spPr>
            <a:xfrm rot="12269400" flipV="1">
              <a:off x="-13320" y="934920"/>
              <a:ext cx="289440" cy="300960"/>
            </a:xfrm>
            <a:custGeom>
              <a:avLst/>
              <a:gdLst>
                <a:gd name="textAreaLeft" fmla="*/ 0 w 289440"/>
                <a:gd name="textAreaRight" fmla="*/ 289800 w 289440"/>
                <a:gd name="textAreaTop" fmla="*/ 360 h 300960"/>
                <a:gd name="textAreaBottom" fmla="*/ 301680 h 300960"/>
              </a:gdLst>
              <a:ahLst/>
              <a:cxnLst/>
              <a:rect l="textAreaLeft" t="textAreaTop" r="textAreaRight" b="textAreaBottom"/>
              <a:pathLst>
                <a:path w="2648" h="2759">
                  <a:moveTo>
                    <a:pt x="309" y="0"/>
                  </a:moveTo>
                  <a:cubicBezTo>
                    <a:pt x="297" y="0"/>
                    <a:pt x="284" y="1"/>
                    <a:pt x="271" y="3"/>
                  </a:cubicBezTo>
                  <a:cubicBezTo>
                    <a:pt x="107" y="26"/>
                    <a:pt x="1" y="204"/>
                    <a:pt x="50" y="406"/>
                  </a:cubicBezTo>
                  <a:cubicBezTo>
                    <a:pt x="79" y="528"/>
                    <a:pt x="159" y="624"/>
                    <a:pt x="253" y="673"/>
                  </a:cubicBezTo>
                  <a:cubicBezTo>
                    <a:pt x="139" y="791"/>
                    <a:pt x="97" y="994"/>
                    <a:pt x="175" y="1200"/>
                  </a:cubicBezTo>
                  <a:cubicBezTo>
                    <a:pt x="207" y="1285"/>
                    <a:pt x="254" y="1360"/>
                    <a:pt x="312" y="1422"/>
                  </a:cubicBezTo>
                  <a:cubicBezTo>
                    <a:pt x="189" y="1545"/>
                    <a:pt x="162" y="1767"/>
                    <a:pt x="274" y="1987"/>
                  </a:cubicBezTo>
                  <a:cubicBezTo>
                    <a:pt x="396" y="2225"/>
                    <a:pt x="639" y="2373"/>
                    <a:pt x="850" y="2373"/>
                  </a:cubicBezTo>
                  <a:cubicBezTo>
                    <a:pt x="903" y="2373"/>
                    <a:pt x="954" y="2364"/>
                    <a:pt x="1001" y="2344"/>
                  </a:cubicBezTo>
                  <a:cubicBezTo>
                    <a:pt x="1018" y="2337"/>
                    <a:pt x="1035" y="2328"/>
                    <a:pt x="1050" y="2318"/>
                  </a:cubicBezTo>
                  <a:cubicBezTo>
                    <a:pt x="1181" y="2481"/>
                    <a:pt x="1377" y="2574"/>
                    <a:pt x="1551" y="2574"/>
                  </a:cubicBezTo>
                  <a:cubicBezTo>
                    <a:pt x="1619" y="2574"/>
                    <a:pt x="1684" y="2560"/>
                    <a:pt x="1741" y="2530"/>
                  </a:cubicBezTo>
                  <a:cubicBezTo>
                    <a:pt x="1743" y="2528"/>
                    <a:pt x="1745" y="2527"/>
                    <a:pt x="1749" y="2525"/>
                  </a:cubicBezTo>
                  <a:cubicBezTo>
                    <a:pt x="1836" y="2625"/>
                    <a:pt x="1961" y="2680"/>
                    <a:pt x="2074" y="2680"/>
                  </a:cubicBezTo>
                  <a:cubicBezTo>
                    <a:pt x="2115" y="2680"/>
                    <a:pt x="2154" y="2673"/>
                    <a:pt x="2190" y="2658"/>
                  </a:cubicBezTo>
                  <a:cubicBezTo>
                    <a:pt x="2256" y="2723"/>
                    <a:pt x="2345" y="2759"/>
                    <a:pt x="2425" y="2759"/>
                  </a:cubicBezTo>
                  <a:cubicBezTo>
                    <a:pt x="2469" y="2759"/>
                    <a:pt x="2510" y="2749"/>
                    <a:pt x="2544" y="2727"/>
                  </a:cubicBezTo>
                  <a:cubicBezTo>
                    <a:pt x="2647" y="2659"/>
                    <a:pt x="2646" y="2518"/>
                    <a:pt x="2551" y="2407"/>
                  </a:cubicBezTo>
                  <a:cubicBezTo>
                    <a:pt x="2532" y="2386"/>
                    <a:pt x="2510" y="2369"/>
                    <a:pt x="2487" y="2353"/>
                  </a:cubicBezTo>
                  <a:cubicBezTo>
                    <a:pt x="2487" y="2350"/>
                    <a:pt x="2487" y="2347"/>
                    <a:pt x="2486" y="2344"/>
                  </a:cubicBezTo>
                  <a:cubicBezTo>
                    <a:pt x="1903" y="1928"/>
                    <a:pt x="1405" y="1425"/>
                    <a:pt x="1004" y="858"/>
                  </a:cubicBezTo>
                  <a:cubicBezTo>
                    <a:pt x="985" y="827"/>
                    <a:pt x="965" y="799"/>
                    <a:pt x="943" y="771"/>
                  </a:cubicBezTo>
                  <a:cubicBezTo>
                    <a:pt x="828" y="603"/>
                    <a:pt x="723" y="430"/>
                    <a:pt x="625" y="253"/>
                  </a:cubicBezTo>
                  <a:cubicBezTo>
                    <a:pt x="573" y="104"/>
                    <a:pt x="446" y="0"/>
                    <a:pt x="309" y="0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79;p2"/>
            <p:cNvSpPr/>
            <p:nvPr/>
          </p:nvSpPr>
          <p:spPr>
            <a:xfrm rot="12269400" flipV="1">
              <a:off x="-515160" y="264600"/>
              <a:ext cx="1245960" cy="1237680"/>
            </a:xfrm>
            <a:custGeom>
              <a:avLst/>
              <a:gdLst>
                <a:gd name="textAreaLeft" fmla="*/ 0 w 1245960"/>
                <a:gd name="textAreaRight" fmla="*/ 1246320 w 1245960"/>
                <a:gd name="textAreaTop" fmla="*/ 360 h 1237680"/>
                <a:gd name="textAreaBottom" fmla="*/ 1238400 h 1237680"/>
              </a:gdLst>
              <a:ahLst/>
              <a:cxnLst/>
              <a:rect l="textAreaLeft" t="textAreaTop" r="textAreaRight" b="textAreaBottom"/>
              <a:pathLst>
                <a:path w="11394" h="11320">
                  <a:moveTo>
                    <a:pt x="4101" y="2930"/>
                  </a:moveTo>
                  <a:cubicBezTo>
                    <a:pt x="5004" y="2930"/>
                    <a:pt x="6423" y="3750"/>
                    <a:pt x="7341" y="5120"/>
                  </a:cubicBezTo>
                  <a:cubicBezTo>
                    <a:pt x="8478" y="6812"/>
                    <a:pt x="8418" y="8705"/>
                    <a:pt x="7675" y="9202"/>
                  </a:cubicBezTo>
                  <a:cubicBezTo>
                    <a:pt x="7543" y="9291"/>
                    <a:pt x="7385" y="9334"/>
                    <a:pt x="7210" y="9334"/>
                  </a:cubicBezTo>
                  <a:cubicBezTo>
                    <a:pt x="6401" y="9334"/>
                    <a:pt x="5206" y="8432"/>
                    <a:pt x="4272" y="7040"/>
                  </a:cubicBezTo>
                  <a:cubicBezTo>
                    <a:pt x="3137" y="5347"/>
                    <a:pt x="2818" y="3570"/>
                    <a:pt x="3561" y="3071"/>
                  </a:cubicBezTo>
                  <a:cubicBezTo>
                    <a:pt x="3703" y="2976"/>
                    <a:pt x="3888" y="2930"/>
                    <a:pt x="4101" y="2930"/>
                  </a:cubicBezTo>
                  <a:close/>
                  <a:moveTo>
                    <a:pt x="4300" y="0"/>
                  </a:moveTo>
                  <a:cubicBezTo>
                    <a:pt x="4163" y="0"/>
                    <a:pt x="4028" y="11"/>
                    <a:pt x="3896" y="32"/>
                  </a:cubicBezTo>
                  <a:cubicBezTo>
                    <a:pt x="3452" y="104"/>
                    <a:pt x="2339" y="898"/>
                    <a:pt x="1962" y="1151"/>
                  </a:cubicBezTo>
                  <a:cubicBezTo>
                    <a:pt x="81" y="2412"/>
                    <a:pt x="1" y="5769"/>
                    <a:pt x="1746" y="8369"/>
                  </a:cubicBezTo>
                  <a:cubicBezTo>
                    <a:pt x="2997" y="10234"/>
                    <a:pt x="4862" y="11320"/>
                    <a:pt x="6511" y="11320"/>
                  </a:cubicBezTo>
                  <a:cubicBezTo>
                    <a:pt x="7161" y="11320"/>
                    <a:pt x="7778" y="11151"/>
                    <a:pt x="8310" y="10794"/>
                  </a:cubicBezTo>
                  <a:cubicBezTo>
                    <a:pt x="8577" y="10614"/>
                    <a:pt x="10018" y="9697"/>
                    <a:pt x="10214" y="9449"/>
                  </a:cubicBezTo>
                  <a:cubicBezTo>
                    <a:pt x="11394" y="7952"/>
                    <a:pt x="10858" y="5726"/>
                    <a:pt x="9362" y="3495"/>
                  </a:cubicBezTo>
                  <a:cubicBezTo>
                    <a:pt x="8071" y="1572"/>
                    <a:pt x="6004" y="0"/>
                    <a:pt x="430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80;p2"/>
            <p:cNvSpPr/>
            <p:nvPr/>
          </p:nvSpPr>
          <p:spPr>
            <a:xfrm rot="12269400" flipV="1">
              <a:off x="-409680" y="235440"/>
              <a:ext cx="709200" cy="916920"/>
            </a:xfrm>
            <a:custGeom>
              <a:avLst/>
              <a:gdLst>
                <a:gd name="textAreaLeft" fmla="*/ 0 w 709200"/>
                <a:gd name="textAreaRight" fmla="*/ 709560 w 709200"/>
                <a:gd name="textAreaTop" fmla="*/ -360 h 916920"/>
                <a:gd name="textAreaBottom" fmla="*/ 916920 h 916920"/>
              </a:gdLst>
              <a:ahLst/>
              <a:cxnLst/>
              <a:rect l="textAreaLeft" t="textAreaTop" r="textAreaRight" b="textAreaBottom"/>
              <a:pathLst>
                <a:path w="6489" h="8387">
                  <a:moveTo>
                    <a:pt x="1041" y="1"/>
                  </a:moveTo>
                  <a:cubicBezTo>
                    <a:pt x="936" y="1"/>
                    <a:pt x="830" y="3"/>
                    <a:pt x="723" y="7"/>
                  </a:cubicBezTo>
                  <a:lnTo>
                    <a:pt x="0" y="2331"/>
                  </a:lnTo>
                  <a:cubicBezTo>
                    <a:pt x="0" y="2331"/>
                    <a:pt x="8" y="2330"/>
                    <a:pt x="23" y="2330"/>
                  </a:cubicBezTo>
                  <a:cubicBezTo>
                    <a:pt x="174" y="2330"/>
                    <a:pt x="1065" y="2403"/>
                    <a:pt x="2547" y="3985"/>
                  </a:cubicBezTo>
                  <a:cubicBezTo>
                    <a:pt x="3360" y="4851"/>
                    <a:pt x="4042" y="6414"/>
                    <a:pt x="3775" y="8387"/>
                  </a:cubicBezTo>
                  <a:cubicBezTo>
                    <a:pt x="3775" y="8387"/>
                    <a:pt x="5771" y="7484"/>
                    <a:pt x="6089" y="5601"/>
                  </a:cubicBezTo>
                  <a:cubicBezTo>
                    <a:pt x="6489" y="3238"/>
                    <a:pt x="5113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81;p2"/>
            <p:cNvSpPr/>
            <p:nvPr/>
          </p:nvSpPr>
          <p:spPr>
            <a:xfrm rot="12269400" flipV="1">
              <a:off x="-557640" y="105840"/>
              <a:ext cx="1093320" cy="1135440"/>
            </a:xfrm>
            <a:custGeom>
              <a:avLst/>
              <a:gdLst>
                <a:gd name="textAreaLeft" fmla="*/ 0 w 1093320"/>
                <a:gd name="textAreaRight" fmla="*/ 1093680 w 1093320"/>
                <a:gd name="textAreaTop" fmla="*/ 360 h 1135440"/>
                <a:gd name="textAreaBottom" fmla="*/ 1136160 h 1135440"/>
              </a:gdLst>
              <a:ahLst/>
              <a:cxnLst/>
              <a:rect l="textAreaLeft" t="textAreaTop" r="textAreaRight" b="textAreaBottom"/>
              <a:pathLst>
                <a:path w="9999" h="10384">
                  <a:moveTo>
                    <a:pt x="3432" y="1346"/>
                  </a:moveTo>
                  <a:cubicBezTo>
                    <a:pt x="4469" y="1346"/>
                    <a:pt x="5962" y="2391"/>
                    <a:pt x="6866" y="3738"/>
                  </a:cubicBezTo>
                  <a:cubicBezTo>
                    <a:pt x="7977" y="5393"/>
                    <a:pt x="7876" y="7668"/>
                    <a:pt x="6926" y="8305"/>
                  </a:cubicBezTo>
                  <a:cubicBezTo>
                    <a:pt x="6674" y="8474"/>
                    <a:pt x="6343" y="8557"/>
                    <a:pt x="5972" y="8557"/>
                  </a:cubicBezTo>
                  <a:cubicBezTo>
                    <a:pt x="4945" y="8557"/>
                    <a:pt x="3612" y="7920"/>
                    <a:pt x="2796" y="6704"/>
                  </a:cubicBezTo>
                  <a:cubicBezTo>
                    <a:pt x="1685" y="5048"/>
                    <a:pt x="1854" y="2156"/>
                    <a:pt x="2804" y="1520"/>
                  </a:cubicBezTo>
                  <a:cubicBezTo>
                    <a:pt x="2981" y="1401"/>
                    <a:pt x="3194" y="1346"/>
                    <a:pt x="3432" y="1346"/>
                  </a:cubicBezTo>
                  <a:close/>
                  <a:moveTo>
                    <a:pt x="3500" y="1"/>
                  </a:moveTo>
                  <a:cubicBezTo>
                    <a:pt x="2897" y="1"/>
                    <a:pt x="2329" y="156"/>
                    <a:pt x="1841" y="483"/>
                  </a:cubicBezTo>
                  <a:cubicBezTo>
                    <a:pt x="43" y="1689"/>
                    <a:pt x="0" y="4775"/>
                    <a:pt x="1744" y="7375"/>
                  </a:cubicBezTo>
                  <a:cubicBezTo>
                    <a:pt x="3015" y="9269"/>
                    <a:pt x="4883" y="10383"/>
                    <a:pt x="6499" y="10383"/>
                  </a:cubicBezTo>
                  <a:cubicBezTo>
                    <a:pt x="7102" y="10383"/>
                    <a:pt x="7670" y="10228"/>
                    <a:pt x="8158" y="9900"/>
                  </a:cubicBezTo>
                  <a:cubicBezTo>
                    <a:pt x="9956" y="8694"/>
                    <a:pt x="9999" y="5609"/>
                    <a:pt x="8253" y="3009"/>
                  </a:cubicBezTo>
                  <a:cubicBezTo>
                    <a:pt x="6983" y="1115"/>
                    <a:pt x="5115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2;p2"/>
            <p:cNvSpPr/>
            <p:nvPr/>
          </p:nvSpPr>
          <p:spPr>
            <a:xfrm rot="12269400" flipV="1">
              <a:off x="-542520" y="130680"/>
              <a:ext cx="1093320" cy="1135440"/>
            </a:xfrm>
            <a:custGeom>
              <a:avLst/>
              <a:gdLst>
                <a:gd name="textAreaLeft" fmla="*/ 0 w 1093320"/>
                <a:gd name="textAreaRight" fmla="*/ 1093680 w 1093320"/>
                <a:gd name="textAreaTop" fmla="*/ 360 h 1135440"/>
                <a:gd name="textAreaBottom" fmla="*/ 1136160 h 1135440"/>
              </a:gdLst>
              <a:ahLst/>
              <a:cxnLst/>
              <a:rect l="textAreaLeft" t="textAreaTop" r="textAreaRight" b="textAreaBottom"/>
              <a:pathLst>
                <a:path w="10000" h="10383">
                  <a:moveTo>
                    <a:pt x="3999" y="1656"/>
                  </a:moveTo>
                  <a:cubicBezTo>
                    <a:pt x="4984" y="1656"/>
                    <a:pt x="6255" y="2347"/>
                    <a:pt x="7088" y="3588"/>
                  </a:cubicBezTo>
                  <a:cubicBezTo>
                    <a:pt x="8199" y="5243"/>
                    <a:pt x="8107" y="7251"/>
                    <a:pt x="7157" y="7888"/>
                  </a:cubicBezTo>
                  <a:cubicBezTo>
                    <a:pt x="6906" y="8057"/>
                    <a:pt x="6604" y="8140"/>
                    <a:pt x="6276" y="8140"/>
                  </a:cubicBezTo>
                  <a:cubicBezTo>
                    <a:pt x="5363" y="8140"/>
                    <a:pt x="4241" y="7498"/>
                    <a:pt x="3424" y="6281"/>
                  </a:cubicBezTo>
                  <a:cubicBezTo>
                    <a:pt x="2315" y="4626"/>
                    <a:pt x="2185" y="2531"/>
                    <a:pt x="3135" y="1893"/>
                  </a:cubicBezTo>
                  <a:cubicBezTo>
                    <a:pt x="3373" y="1734"/>
                    <a:pt x="3670" y="1656"/>
                    <a:pt x="3999" y="1656"/>
                  </a:cubicBezTo>
                  <a:close/>
                  <a:moveTo>
                    <a:pt x="3501" y="0"/>
                  </a:moveTo>
                  <a:cubicBezTo>
                    <a:pt x="2898" y="0"/>
                    <a:pt x="2330" y="155"/>
                    <a:pt x="1841" y="483"/>
                  </a:cubicBezTo>
                  <a:cubicBezTo>
                    <a:pt x="44" y="1689"/>
                    <a:pt x="1" y="4774"/>
                    <a:pt x="1745" y="7375"/>
                  </a:cubicBezTo>
                  <a:cubicBezTo>
                    <a:pt x="3015" y="9268"/>
                    <a:pt x="4884" y="10383"/>
                    <a:pt x="6500" y="10383"/>
                  </a:cubicBezTo>
                  <a:cubicBezTo>
                    <a:pt x="7102" y="10383"/>
                    <a:pt x="7670" y="10228"/>
                    <a:pt x="8159" y="9900"/>
                  </a:cubicBezTo>
                  <a:cubicBezTo>
                    <a:pt x="9956" y="8694"/>
                    <a:pt x="9999" y="5609"/>
                    <a:pt x="8254" y="3007"/>
                  </a:cubicBezTo>
                  <a:cubicBezTo>
                    <a:pt x="6984" y="1114"/>
                    <a:pt x="5116" y="0"/>
                    <a:pt x="3501" y="0"/>
                  </a:cubicBezTo>
                  <a:close/>
                </a:path>
              </a:pathLst>
            </a:custGeom>
            <a:solidFill>
              <a:srgbClr val="07B0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3;p2"/>
            <p:cNvSpPr/>
            <p:nvPr/>
          </p:nvSpPr>
          <p:spPr>
            <a:xfrm rot="12269400" flipV="1">
              <a:off x="-542520" y="130680"/>
              <a:ext cx="1093320" cy="1135440"/>
            </a:xfrm>
            <a:custGeom>
              <a:avLst/>
              <a:gdLst>
                <a:gd name="textAreaLeft" fmla="*/ 0 w 1093320"/>
                <a:gd name="textAreaRight" fmla="*/ 1093680 w 1093320"/>
                <a:gd name="textAreaTop" fmla="*/ 360 h 1135440"/>
                <a:gd name="textAreaBottom" fmla="*/ 1136160 h 1135440"/>
              </a:gdLst>
              <a:ahLst/>
              <a:cxnLst/>
              <a:rect l="textAreaLeft" t="textAreaTop" r="textAreaRight" b="textAreaBottom"/>
              <a:pathLst>
                <a:path w="10000" h="10383">
                  <a:moveTo>
                    <a:pt x="3999" y="1656"/>
                  </a:moveTo>
                  <a:cubicBezTo>
                    <a:pt x="4984" y="1656"/>
                    <a:pt x="6255" y="2347"/>
                    <a:pt x="7088" y="3588"/>
                  </a:cubicBezTo>
                  <a:cubicBezTo>
                    <a:pt x="8199" y="5243"/>
                    <a:pt x="8107" y="7251"/>
                    <a:pt x="7157" y="7888"/>
                  </a:cubicBezTo>
                  <a:cubicBezTo>
                    <a:pt x="6906" y="8057"/>
                    <a:pt x="6604" y="8140"/>
                    <a:pt x="6276" y="8140"/>
                  </a:cubicBezTo>
                  <a:cubicBezTo>
                    <a:pt x="5363" y="8140"/>
                    <a:pt x="4241" y="7498"/>
                    <a:pt x="3424" y="6281"/>
                  </a:cubicBezTo>
                  <a:cubicBezTo>
                    <a:pt x="2315" y="4626"/>
                    <a:pt x="2185" y="2531"/>
                    <a:pt x="3135" y="1893"/>
                  </a:cubicBezTo>
                  <a:cubicBezTo>
                    <a:pt x="3373" y="1734"/>
                    <a:pt x="3670" y="1656"/>
                    <a:pt x="3999" y="1656"/>
                  </a:cubicBezTo>
                  <a:close/>
                  <a:moveTo>
                    <a:pt x="3501" y="0"/>
                  </a:moveTo>
                  <a:cubicBezTo>
                    <a:pt x="2898" y="0"/>
                    <a:pt x="2330" y="155"/>
                    <a:pt x="1841" y="483"/>
                  </a:cubicBezTo>
                  <a:cubicBezTo>
                    <a:pt x="44" y="1689"/>
                    <a:pt x="1" y="4774"/>
                    <a:pt x="1745" y="7375"/>
                  </a:cubicBezTo>
                  <a:cubicBezTo>
                    <a:pt x="3015" y="9268"/>
                    <a:pt x="4884" y="10383"/>
                    <a:pt x="6500" y="10383"/>
                  </a:cubicBezTo>
                  <a:cubicBezTo>
                    <a:pt x="7102" y="10383"/>
                    <a:pt x="7670" y="10228"/>
                    <a:pt x="8159" y="9900"/>
                  </a:cubicBezTo>
                  <a:cubicBezTo>
                    <a:pt x="9956" y="8694"/>
                    <a:pt x="9999" y="5609"/>
                    <a:pt x="8254" y="3007"/>
                  </a:cubicBezTo>
                  <a:cubicBezTo>
                    <a:pt x="6984" y="1114"/>
                    <a:pt x="5116" y="0"/>
                    <a:pt x="350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4;p2"/>
            <p:cNvSpPr/>
            <p:nvPr/>
          </p:nvSpPr>
          <p:spPr>
            <a:xfrm rot="12269400" flipV="1">
              <a:off x="-542520" y="130680"/>
              <a:ext cx="1093320" cy="1135440"/>
            </a:xfrm>
            <a:custGeom>
              <a:avLst/>
              <a:gdLst>
                <a:gd name="textAreaLeft" fmla="*/ 0 w 1093320"/>
                <a:gd name="textAreaRight" fmla="*/ 1093680 w 1093320"/>
                <a:gd name="textAreaTop" fmla="*/ 360 h 1135440"/>
                <a:gd name="textAreaBottom" fmla="*/ 1136160 h 1135440"/>
              </a:gdLst>
              <a:ahLst/>
              <a:cxnLst/>
              <a:rect l="textAreaLeft" t="textAreaTop" r="textAreaRight" b="textAreaBottom"/>
              <a:pathLst>
                <a:path w="10000" h="10384">
                  <a:moveTo>
                    <a:pt x="4002" y="1658"/>
                  </a:moveTo>
                  <a:cubicBezTo>
                    <a:pt x="4987" y="1658"/>
                    <a:pt x="6256" y="2349"/>
                    <a:pt x="7088" y="3589"/>
                  </a:cubicBezTo>
                  <a:cubicBezTo>
                    <a:pt x="8199" y="5244"/>
                    <a:pt x="8107" y="7252"/>
                    <a:pt x="7157" y="7889"/>
                  </a:cubicBezTo>
                  <a:cubicBezTo>
                    <a:pt x="6914" y="8052"/>
                    <a:pt x="6625" y="8135"/>
                    <a:pt x="6308" y="8140"/>
                  </a:cubicBezTo>
                  <a:cubicBezTo>
                    <a:pt x="6297" y="8140"/>
                    <a:pt x="6286" y="8140"/>
                    <a:pt x="6275" y="8140"/>
                  </a:cubicBezTo>
                  <a:cubicBezTo>
                    <a:pt x="5361" y="8140"/>
                    <a:pt x="4242" y="7499"/>
                    <a:pt x="3426" y="6282"/>
                  </a:cubicBezTo>
                  <a:cubicBezTo>
                    <a:pt x="2315" y="4627"/>
                    <a:pt x="2187" y="2532"/>
                    <a:pt x="3136" y="1894"/>
                  </a:cubicBezTo>
                  <a:cubicBezTo>
                    <a:pt x="3365" y="1740"/>
                    <a:pt x="3650" y="1663"/>
                    <a:pt x="3965" y="1658"/>
                  </a:cubicBezTo>
                  <a:cubicBezTo>
                    <a:pt x="3977" y="1658"/>
                    <a:pt x="3989" y="1658"/>
                    <a:pt x="4002" y="1658"/>
                  </a:cubicBezTo>
                  <a:close/>
                  <a:moveTo>
                    <a:pt x="3999" y="1280"/>
                  </a:moveTo>
                  <a:cubicBezTo>
                    <a:pt x="3986" y="1280"/>
                    <a:pt x="3973" y="1280"/>
                    <a:pt x="3959" y="1280"/>
                  </a:cubicBezTo>
                  <a:cubicBezTo>
                    <a:pt x="3561" y="1287"/>
                    <a:pt x="3213" y="1388"/>
                    <a:pt x="2925" y="1581"/>
                  </a:cubicBezTo>
                  <a:cubicBezTo>
                    <a:pt x="2356" y="1962"/>
                    <a:pt x="2067" y="2746"/>
                    <a:pt x="2130" y="3731"/>
                  </a:cubicBezTo>
                  <a:cubicBezTo>
                    <a:pt x="2189" y="4644"/>
                    <a:pt x="2546" y="5652"/>
                    <a:pt x="3112" y="6492"/>
                  </a:cubicBezTo>
                  <a:cubicBezTo>
                    <a:pt x="3953" y="7746"/>
                    <a:pt x="5162" y="8518"/>
                    <a:pt x="6277" y="8518"/>
                  </a:cubicBezTo>
                  <a:cubicBezTo>
                    <a:pt x="6289" y="8518"/>
                    <a:pt x="6301" y="8518"/>
                    <a:pt x="6314" y="8518"/>
                  </a:cubicBezTo>
                  <a:cubicBezTo>
                    <a:pt x="6705" y="8511"/>
                    <a:pt x="7069" y="8402"/>
                    <a:pt x="7367" y="8203"/>
                  </a:cubicBezTo>
                  <a:cubicBezTo>
                    <a:pt x="8569" y="7397"/>
                    <a:pt x="8585" y="5142"/>
                    <a:pt x="7402" y="3379"/>
                  </a:cubicBezTo>
                  <a:cubicBezTo>
                    <a:pt x="6555" y="2118"/>
                    <a:pt x="5193" y="1280"/>
                    <a:pt x="3999" y="1280"/>
                  </a:cubicBezTo>
                  <a:close/>
                  <a:moveTo>
                    <a:pt x="3502" y="379"/>
                  </a:moveTo>
                  <a:cubicBezTo>
                    <a:pt x="5043" y="379"/>
                    <a:pt x="6779" y="1488"/>
                    <a:pt x="7940" y="3218"/>
                  </a:cubicBezTo>
                  <a:cubicBezTo>
                    <a:pt x="8741" y="4414"/>
                    <a:pt x="9173" y="5747"/>
                    <a:pt x="9157" y="6973"/>
                  </a:cubicBezTo>
                  <a:cubicBezTo>
                    <a:pt x="9140" y="8145"/>
                    <a:pt x="8711" y="9075"/>
                    <a:pt x="7948" y="9587"/>
                  </a:cubicBezTo>
                  <a:cubicBezTo>
                    <a:pt x="7547" y="9856"/>
                    <a:pt x="7076" y="9996"/>
                    <a:pt x="6550" y="10005"/>
                  </a:cubicBezTo>
                  <a:cubicBezTo>
                    <a:pt x="6532" y="10005"/>
                    <a:pt x="6514" y="10005"/>
                    <a:pt x="6497" y="10005"/>
                  </a:cubicBezTo>
                  <a:cubicBezTo>
                    <a:pt x="4957" y="10005"/>
                    <a:pt x="3219" y="8895"/>
                    <a:pt x="2059" y="7165"/>
                  </a:cubicBezTo>
                  <a:cubicBezTo>
                    <a:pt x="432" y="4742"/>
                    <a:pt x="430" y="1884"/>
                    <a:pt x="2051" y="796"/>
                  </a:cubicBezTo>
                  <a:cubicBezTo>
                    <a:pt x="2451" y="527"/>
                    <a:pt x="2922" y="388"/>
                    <a:pt x="3449" y="379"/>
                  </a:cubicBezTo>
                  <a:cubicBezTo>
                    <a:pt x="3466" y="379"/>
                    <a:pt x="3484" y="379"/>
                    <a:pt x="3502" y="379"/>
                  </a:cubicBezTo>
                  <a:close/>
                  <a:moveTo>
                    <a:pt x="3498" y="0"/>
                  </a:moveTo>
                  <a:cubicBezTo>
                    <a:pt x="3480" y="0"/>
                    <a:pt x="3461" y="0"/>
                    <a:pt x="3443" y="1"/>
                  </a:cubicBezTo>
                  <a:cubicBezTo>
                    <a:pt x="2861" y="11"/>
                    <a:pt x="2313" y="166"/>
                    <a:pt x="1841" y="484"/>
                  </a:cubicBezTo>
                  <a:cubicBezTo>
                    <a:pt x="44" y="1689"/>
                    <a:pt x="1" y="4775"/>
                    <a:pt x="1745" y="7376"/>
                  </a:cubicBezTo>
                  <a:cubicBezTo>
                    <a:pt x="3015" y="9269"/>
                    <a:pt x="4885" y="10384"/>
                    <a:pt x="6501" y="10384"/>
                  </a:cubicBezTo>
                  <a:cubicBezTo>
                    <a:pt x="6520" y="10384"/>
                    <a:pt x="6538" y="10383"/>
                    <a:pt x="6557" y="10383"/>
                  </a:cubicBezTo>
                  <a:cubicBezTo>
                    <a:pt x="7138" y="10373"/>
                    <a:pt x="7685" y="10218"/>
                    <a:pt x="8159" y="9901"/>
                  </a:cubicBezTo>
                  <a:cubicBezTo>
                    <a:pt x="9956" y="8695"/>
                    <a:pt x="9999" y="5608"/>
                    <a:pt x="8254" y="3008"/>
                  </a:cubicBezTo>
                  <a:cubicBezTo>
                    <a:pt x="6983" y="1114"/>
                    <a:pt x="5113" y="0"/>
                    <a:pt x="34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5;p2"/>
            <p:cNvSpPr/>
            <p:nvPr/>
          </p:nvSpPr>
          <p:spPr>
            <a:xfrm rot="12269400" flipV="1">
              <a:off x="571680" y="707400"/>
              <a:ext cx="71640" cy="51588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-360 h 515880"/>
                <a:gd name="textAreaBottom" fmla="*/ 515880 h 515880"/>
              </a:gdLst>
              <a:ahLst/>
              <a:cxnLst/>
              <a:rect l="textAreaLeft" t="textAreaTop" r="textAreaRight" b="textAreaBottom"/>
              <a:pathLst>
                <a:path w="657" h="4723">
                  <a:moveTo>
                    <a:pt x="657" y="1"/>
                  </a:moveTo>
                  <a:lnTo>
                    <a:pt x="657" y="1"/>
                  </a:lnTo>
                  <a:cubicBezTo>
                    <a:pt x="415" y="333"/>
                    <a:pt x="261" y="723"/>
                    <a:pt x="155" y="1119"/>
                  </a:cubicBezTo>
                  <a:cubicBezTo>
                    <a:pt x="48" y="1517"/>
                    <a:pt x="6" y="1930"/>
                    <a:pt x="1" y="2343"/>
                  </a:cubicBezTo>
                  <a:cubicBezTo>
                    <a:pt x="14" y="2549"/>
                    <a:pt x="15" y="2755"/>
                    <a:pt x="50" y="2959"/>
                  </a:cubicBezTo>
                  <a:cubicBezTo>
                    <a:pt x="71" y="3164"/>
                    <a:pt x="111" y="3367"/>
                    <a:pt x="160" y="3565"/>
                  </a:cubicBezTo>
                  <a:cubicBezTo>
                    <a:pt x="202" y="3767"/>
                    <a:pt x="277" y="3959"/>
                    <a:pt x="335" y="4155"/>
                  </a:cubicBezTo>
                  <a:cubicBezTo>
                    <a:pt x="408" y="4347"/>
                    <a:pt x="490" y="4535"/>
                    <a:pt x="571" y="4722"/>
                  </a:cubicBezTo>
                  <a:cubicBezTo>
                    <a:pt x="513" y="4525"/>
                    <a:pt x="444" y="4334"/>
                    <a:pt x="388" y="4139"/>
                  </a:cubicBezTo>
                  <a:cubicBezTo>
                    <a:pt x="342" y="3941"/>
                    <a:pt x="277" y="3748"/>
                    <a:pt x="245" y="3546"/>
                  </a:cubicBezTo>
                  <a:cubicBezTo>
                    <a:pt x="162" y="3149"/>
                    <a:pt x="122" y="2746"/>
                    <a:pt x="114" y="2342"/>
                  </a:cubicBezTo>
                  <a:cubicBezTo>
                    <a:pt x="110" y="1938"/>
                    <a:pt x="152" y="1535"/>
                    <a:pt x="238" y="1139"/>
                  </a:cubicBezTo>
                  <a:cubicBezTo>
                    <a:pt x="326" y="746"/>
                    <a:pt x="457" y="358"/>
                    <a:pt x="65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6;p2"/>
            <p:cNvSpPr/>
            <p:nvPr/>
          </p:nvSpPr>
          <p:spPr>
            <a:xfrm rot="12269400" flipV="1">
              <a:off x="-40680" y="1274400"/>
              <a:ext cx="259560" cy="18324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-360 h 183240"/>
                <a:gd name="textAreaBottom" fmla="*/ 183240 h 183240"/>
              </a:gdLst>
              <a:ahLst/>
              <a:cxnLst/>
              <a:rect l="textAreaLeft" t="textAreaTop" r="textAreaRight" b="textAreaBottom"/>
              <a:pathLst>
                <a:path w="2378" h="1679">
                  <a:moveTo>
                    <a:pt x="0" y="1"/>
                  </a:moveTo>
                  <a:lnTo>
                    <a:pt x="0" y="1"/>
                  </a:lnTo>
                  <a:cubicBezTo>
                    <a:pt x="154" y="192"/>
                    <a:pt x="325" y="369"/>
                    <a:pt x="502" y="542"/>
                  </a:cubicBezTo>
                  <a:cubicBezTo>
                    <a:pt x="679" y="713"/>
                    <a:pt x="869" y="871"/>
                    <a:pt x="1061" y="1025"/>
                  </a:cubicBezTo>
                  <a:cubicBezTo>
                    <a:pt x="1258" y="1173"/>
                    <a:pt x="1462" y="1316"/>
                    <a:pt x="1681" y="1434"/>
                  </a:cubicBezTo>
                  <a:cubicBezTo>
                    <a:pt x="1898" y="1549"/>
                    <a:pt x="2130" y="1654"/>
                    <a:pt x="2377" y="1678"/>
                  </a:cubicBezTo>
                  <a:cubicBezTo>
                    <a:pt x="2141" y="1608"/>
                    <a:pt x="1930" y="1487"/>
                    <a:pt x="1724" y="1359"/>
                  </a:cubicBezTo>
                  <a:cubicBezTo>
                    <a:pt x="1520" y="1228"/>
                    <a:pt x="1320" y="1090"/>
                    <a:pt x="1130" y="936"/>
                  </a:cubicBezTo>
                  <a:cubicBezTo>
                    <a:pt x="936" y="791"/>
                    <a:pt x="748" y="634"/>
                    <a:pt x="561" y="47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87;p2"/>
            <p:cNvSpPr/>
            <p:nvPr/>
          </p:nvSpPr>
          <p:spPr>
            <a:xfrm rot="12269400" flipV="1">
              <a:off x="736920" y="180360"/>
              <a:ext cx="219240" cy="3038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2008" h="2780">
                  <a:moveTo>
                    <a:pt x="0" y="1"/>
                  </a:moveTo>
                  <a:lnTo>
                    <a:pt x="0" y="1"/>
                  </a:lnTo>
                  <a:cubicBezTo>
                    <a:pt x="88" y="277"/>
                    <a:pt x="206" y="543"/>
                    <a:pt x="339" y="801"/>
                  </a:cubicBezTo>
                  <a:cubicBezTo>
                    <a:pt x="471" y="1060"/>
                    <a:pt x="625" y="1306"/>
                    <a:pt x="788" y="1548"/>
                  </a:cubicBezTo>
                  <a:cubicBezTo>
                    <a:pt x="956" y="1784"/>
                    <a:pt x="1142" y="2010"/>
                    <a:pt x="1343" y="2220"/>
                  </a:cubicBezTo>
                  <a:cubicBezTo>
                    <a:pt x="1543" y="2430"/>
                    <a:pt x="1769" y="2617"/>
                    <a:pt x="2008" y="2780"/>
                  </a:cubicBezTo>
                  <a:cubicBezTo>
                    <a:pt x="1798" y="2580"/>
                    <a:pt x="1592" y="2381"/>
                    <a:pt x="1406" y="2161"/>
                  </a:cubicBezTo>
                  <a:cubicBezTo>
                    <a:pt x="1222" y="1942"/>
                    <a:pt x="1039" y="1721"/>
                    <a:pt x="881" y="1482"/>
                  </a:cubicBezTo>
                  <a:cubicBezTo>
                    <a:pt x="713" y="1250"/>
                    <a:pt x="562" y="1007"/>
                    <a:pt x="415" y="759"/>
                  </a:cubicBezTo>
                  <a:cubicBezTo>
                    <a:pt x="268" y="512"/>
                    <a:pt x="131" y="259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88;p2"/>
          <p:cNvGrpSpPr/>
          <p:nvPr/>
        </p:nvGrpSpPr>
        <p:grpSpPr>
          <a:xfrm>
            <a:off x="-281160" y="4237560"/>
            <a:ext cx="1328400" cy="1281960"/>
            <a:chOff x="-281160" y="4237560"/>
            <a:chExt cx="1328400" cy="1281960"/>
          </a:xfrm>
        </p:grpSpPr>
        <p:sp>
          <p:nvSpPr>
            <p:cNvPr id="82" name="Google Shape;89;p2"/>
            <p:cNvSpPr/>
            <p:nvPr/>
          </p:nvSpPr>
          <p:spPr>
            <a:xfrm rot="2998200" flipV="1">
              <a:off x="-47160" y="4424760"/>
              <a:ext cx="910800" cy="904680"/>
            </a:xfrm>
            <a:custGeom>
              <a:avLst/>
              <a:gdLst>
                <a:gd name="textAreaLeft" fmla="*/ 0 w 910800"/>
                <a:gd name="textAreaRight" fmla="*/ 911160 w 910800"/>
                <a:gd name="textAreaTop" fmla="*/ -360 h 904680"/>
                <a:gd name="textAreaBottom" fmla="*/ 904680 h 904680"/>
              </a:gdLst>
              <a:ahLst/>
              <a:cxnLst/>
              <a:rect l="textAreaLeft" t="textAreaTop" r="textAreaRight" b="textAreaBottom"/>
              <a:pathLst>
                <a:path w="13784" h="13695">
                  <a:moveTo>
                    <a:pt x="618" y="1"/>
                  </a:moveTo>
                  <a:cubicBezTo>
                    <a:pt x="351" y="1"/>
                    <a:pt x="115" y="146"/>
                    <a:pt x="45" y="405"/>
                  </a:cubicBezTo>
                  <a:lnTo>
                    <a:pt x="124" y="12775"/>
                  </a:lnTo>
                  <a:cubicBezTo>
                    <a:pt x="0" y="13231"/>
                    <a:pt x="450" y="13695"/>
                    <a:pt x="919" y="13695"/>
                  </a:cubicBezTo>
                  <a:cubicBezTo>
                    <a:pt x="997" y="13695"/>
                    <a:pt x="1075" y="13682"/>
                    <a:pt x="1151" y="13654"/>
                  </a:cubicBezTo>
                  <a:lnTo>
                    <a:pt x="13297" y="8180"/>
                  </a:lnTo>
                  <a:cubicBezTo>
                    <a:pt x="13770" y="8008"/>
                    <a:pt x="13783" y="7383"/>
                    <a:pt x="13320" y="7054"/>
                  </a:cubicBezTo>
                  <a:lnTo>
                    <a:pt x="1094" y="159"/>
                  </a:lnTo>
                  <a:cubicBezTo>
                    <a:pt x="943" y="51"/>
                    <a:pt x="775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0;p2"/>
            <p:cNvSpPr/>
            <p:nvPr/>
          </p:nvSpPr>
          <p:spPr>
            <a:xfrm rot="2998200" flipV="1">
              <a:off x="-97200" y="4426920"/>
              <a:ext cx="910440" cy="904680"/>
            </a:xfrm>
            <a:custGeom>
              <a:avLst/>
              <a:gdLst>
                <a:gd name="textAreaLeft" fmla="*/ 0 w 910440"/>
                <a:gd name="textAreaRight" fmla="*/ 910800 w 910440"/>
                <a:gd name="textAreaTop" fmla="*/ -360 h 904680"/>
                <a:gd name="textAreaBottom" fmla="*/ 904680 h 904680"/>
              </a:gdLst>
              <a:ahLst/>
              <a:cxnLst/>
              <a:rect l="textAreaLeft" t="textAreaTop" r="textAreaRight" b="textAreaBottom"/>
              <a:pathLst>
                <a:path w="13783" h="13695">
                  <a:moveTo>
                    <a:pt x="617" y="0"/>
                  </a:moveTo>
                  <a:cubicBezTo>
                    <a:pt x="351" y="0"/>
                    <a:pt x="115" y="146"/>
                    <a:pt x="44" y="405"/>
                  </a:cubicBezTo>
                  <a:lnTo>
                    <a:pt x="124" y="12775"/>
                  </a:lnTo>
                  <a:cubicBezTo>
                    <a:pt x="0" y="13230"/>
                    <a:pt x="450" y="13694"/>
                    <a:pt x="919" y="13694"/>
                  </a:cubicBezTo>
                  <a:cubicBezTo>
                    <a:pt x="997" y="13694"/>
                    <a:pt x="1075" y="13682"/>
                    <a:pt x="1151" y="13654"/>
                  </a:cubicBezTo>
                  <a:lnTo>
                    <a:pt x="13297" y="8180"/>
                  </a:lnTo>
                  <a:cubicBezTo>
                    <a:pt x="13770" y="8007"/>
                    <a:pt x="13783" y="7383"/>
                    <a:pt x="13320" y="7053"/>
                  </a:cubicBezTo>
                  <a:lnTo>
                    <a:pt x="1094" y="159"/>
                  </a:lnTo>
                  <a:cubicBezTo>
                    <a:pt x="942" y="51"/>
                    <a:pt x="775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4" name="Google Shape;91;p2"/>
          <p:cNvGrpSpPr/>
          <p:nvPr/>
        </p:nvGrpSpPr>
        <p:grpSpPr>
          <a:xfrm>
            <a:off x="-353880" y="1873440"/>
            <a:ext cx="916560" cy="1568880"/>
            <a:chOff x="-353880" y="1873440"/>
            <a:chExt cx="916560" cy="1568880"/>
          </a:xfrm>
        </p:grpSpPr>
        <p:sp>
          <p:nvSpPr>
            <p:cNvPr id="85" name="Google Shape;92;p2"/>
            <p:cNvSpPr/>
            <p:nvPr/>
          </p:nvSpPr>
          <p:spPr>
            <a:xfrm rot="10432800" flipV="1">
              <a:off x="-321840" y="2891880"/>
              <a:ext cx="752400" cy="496440"/>
            </a:xfrm>
            <a:custGeom>
              <a:avLst/>
              <a:gdLst>
                <a:gd name="textAreaLeft" fmla="*/ 0 w 752400"/>
                <a:gd name="textAreaRight" fmla="*/ 752760 w 752400"/>
                <a:gd name="textAreaTop" fmla="*/ -360 h 496440"/>
                <a:gd name="textAreaBottom" fmla="*/ 496440 h 496440"/>
              </a:gdLst>
              <a:ahLst/>
              <a:cxnLst/>
              <a:rect l="textAreaLeft" t="textAreaTop" r="textAreaRight" b="textAreaBottom"/>
              <a:pathLst>
                <a:path w="3862" h="2549">
                  <a:moveTo>
                    <a:pt x="3148" y="1"/>
                  </a:moveTo>
                  <a:cubicBezTo>
                    <a:pt x="3054" y="1"/>
                    <a:pt x="2964" y="19"/>
                    <a:pt x="2886" y="53"/>
                  </a:cubicBezTo>
                  <a:lnTo>
                    <a:pt x="979" y="904"/>
                  </a:lnTo>
                  <a:lnTo>
                    <a:pt x="1043" y="1045"/>
                  </a:lnTo>
                  <a:lnTo>
                    <a:pt x="2949" y="196"/>
                  </a:lnTo>
                  <a:cubicBezTo>
                    <a:pt x="3018" y="165"/>
                    <a:pt x="3086" y="152"/>
                    <a:pt x="3151" y="152"/>
                  </a:cubicBezTo>
                  <a:cubicBezTo>
                    <a:pt x="3362" y="152"/>
                    <a:pt x="3538" y="292"/>
                    <a:pt x="3608" y="413"/>
                  </a:cubicBezTo>
                  <a:cubicBezTo>
                    <a:pt x="3689" y="550"/>
                    <a:pt x="3687" y="730"/>
                    <a:pt x="3659" y="810"/>
                  </a:cubicBezTo>
                  <a:cubicBezTo>
                    <a:pt x="3616" y="934"/>
                    <a:pt x="3513" y="1043"/>
                    <a:pt x="3392" y="1097"/>
                  </a:cubicBezTo>
                  <a:lnTo>
                    <a:pt x="706" y="2369"/>
                  </a:lnTo>
                  <a:cubicBezTo>
                    <a:pt x="668" y="2385"/>
                    <a:pt x="628" y="2393"/>
                    <a:pt x="588" y="2393"/>
                  </a:cubicBezTo>
                  <a:cubicBezTo>
                    <a:pt x="440" y="2393"/>
                    <a:pt x="289" y="2291"/>
                    <a:pt x="221" y="2164"/>
                  </a:cubicBezTo>
                  <a:cubicBezTo>
                    <a:pt x="176" y="2081"/>
                    <a:pt x="170" y="1983"/>
                    <a:pt x="205" y="1890"/>
                  </a:cubicBezTo>
                  <a:cubicBezTo>
                    <a:pt x="241" y="1793"/>
                    <a:pt x="319" y="1713"/>
                    <a:pt x="418" y="1668"/>
                  </a:cubicBezTo>
                  <a:lnTo>
                    <a:pt x="2315" y="828"/>
                  </a:lnTo>
                  <a:cubicBezTo>
                    <a:pt x="2391" y="793"/>
                    <a:pt x="2450" y="776"/>
                    <a:pt x="2496" y="776"/>
                  </a:cubicBezTo>
                  <a:cubicBezTo>
                    <a:pt x="2562" y="776"/>
                    <a:pt x="2604" y="811"/>
                    <a:pt x="2641" y="884"/>
                  </a:cubicBezTo>
                  <a:cubicBezTo>
                    <a:pt x="2669" y="935"/>
                    <a:pt x="2672" y="993"/>
                    <a:pt x="2651" y="1043"/>
                  </a:cubicBezTo>
                  <a:cubicBezTo>
                    <a:pt x="2630" y="1099"/>
                    <a:pt x="2581" y="1146"/>
                    <a:pt x="2510" y="1177"/>
                  </a:cubicBezTo>
                  <a:lnTo>
                    <a:pt x="1073" y="1813"/>
                  </a:lnTo>
                  <a:lnTo>
                    <a:pt x="1136" y="1956"/>
                  </a:lnTo>
                  <a:lnTo>
                    <a:pt x="2574" y="1320"/>
                  </a:lnTo>
                  <a:cubicBezTo>
                    <a:pt x="2684" y="1269"/>
                    <a:pt x="2766" y="1189"/>
                    <a:pt x="2804" y="1092"/>
                  </a:cubicBezTo>
                  <a:cubicBezTo>
                    <a:pt x="2840" y="1000"/>
                    <a:pt x="2834" y="901"/>
                    <a:pt x="2788" y="810"/>
                  </a:cubicBezTo>
                  <a:cubicBezTo>
                    <a:pt x="2713" y="662"/>
                    <a:pt x="2606" y="619"/>
                    <a:pt x="2504" y="619"/>
                  </a:cubicBezTo>
                  <a:cubicBezTo>
                    <a:pt x="2401" y="619"/>
                    <a:pt x="2305" y="662"/>
                    <a:pt x="2251" y="685"/>
                  </a:cubicBezTo>
                  <a:lnTo>
                    <a:pt x="355" y="1527"/>
                  </a:lnTo>
                  <a:cubicBezTo>
                    <a:pt x="215" y="1589"/>
                    <a:pt x="104" y="1704"/>
                    <a:pt x="52" y="1842"/>
                  </a:cubicBezTo>
                  <a:cubicBezTo>
                    <a:pt x="1" y="1976"/>
                    <a:pt x="9" y="2118"/>
                    <a:pt x="76" y="2242"/>
                  </a:cubicBezTo>
                  <a:cubicBezTo>
                    <a:pt x="170" y="2420"/>
                    <a:pt x="376" y="2549"/>
                    <a:pt x="583" y="2549"/>
                  </a:cubicBezTo>
                  <a:cubicBezTo>
                    <a:pt x="646" y="2549"/>
                    <a:pt x="710" y="2537"/>
                    <a:pt x="771" y="2510"/>
                  </a:cubicBezTo>
                  <a:lnTo>
                    <a:pt x="3457" y="1238"/>
                  </a:lnTo>
                  <a:cubicBezTo>
                    <a:pt x="3618" y="1166"/>
                    <a:pt x="3755" y="1019"/>
                    <a:pt x="3813" y="855"/>
                  </a:cubicBezTo>
                  <a:cubicBezTo>
                    <a:pt x="3862" y="718"/>
                    <a:pt x="3841" y="522"/>
                    <a:pt x="3782" y="391"/>
                  </a:cubicBezTo>
                  <a:cubicBezTo>
                    <a:pt x="3774" y="371"/>
                    <a:pt x="3762" y="351"/>
                    <a:pt x="3751" y="331"/>
                  </a:cubicBezTo>
                  <a:cubicBezTo>
                    <a:pt x="3619" y="105"/>
                    <a:pt x="3374" y="1"/>
                    <a:pt x="3148" y="1"/>
                  </a:cubicBezTo>
                  <a:close/>
                </a:path>
              </a:pathLst>
            </a:custGeom>
            <a:solidFill>
              <a:schemeClr val="dk1"/>
            </a:solidFill>
            <a:ln w="22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93;p2"/>
            <p:cNvSpPr/>
            <p:nvPr/>
          </p:nvSpPr>
          <p:spPr>
            <a:xfrm rot="10432800" flipV="1">
              <a:off x="-329400" y="2907000"/>
              <a:ext cx="752400" cy="496440"/>
            </a:xfrm>
            <a:custGeom>
              <a:avLst/>
              <a:gdLst>
                <a:gd name="textAreaLeft" fmla="*/ 0 w 752400"/>
                <a:gd name="textAreaRight" fmla="*/ 752760 w 752400"/>
                <a:gd name="textAreaTop" fmla="*/ -360 h 496440"/>
                <a:gd name="textAreaBottom" fmla="*/ 496440 h 496440"/>
              </a:gdLst>
              <a:ahLst/>
              <a:cxnLst/>
              <a:rect l="textAreaLeft" t="textAreaTop" r="textAreaRight" b="textAreaBottom"/>
              <a:pathLst>
                <a:path w="3862" h="2549">
                  <a:moveTo>
                    <a:pt x="3148" y="1"/>
                  </a:moveTo>
                  <a:cubicBezTo>
                    <a:pt x="3054" y="1"/>
                    <a:pt x="2964" y="19"/>
                    <a:pt x="2886" y="53"/>
                  </a:cubicBezTo>
                  <a:lnTo>
                    <a:pt x="979" y="904"/>
                  </a:lnTo>
                  <a:lnTo>
                    <a:pt x="1043" y="1045"/>
                  </a:lnTo>
                  <a:lnTo>
                    <a:pt x="2949" y="196"/>
                  </a:lnTo>
                  <a:cubicBezTo>
                    <a:pt x="3018" y="165"/>
                    <a:pt x="3086" y="152"/>
                    <a:pt x="3150" y="152"/>
                  </a:cubicBezTo>
                  <a:cubicBezTo>
                    <a:pt x="3361" y="152"/>
                    <a:pt x="3538" y="291"/>
                    <a:pt x="3608" y="412"/>
                  </a:cubicBezTo>
                  <a:cubicBezTo>
                    <a:pt x="3689" y="550"/>
                    <a:pt x="3688" y="730"/>
                    <a:pt x="3659" y="809"/>
                  </a:cubicBezTo>
                  <a:cubicBezTo>
                    <a:pt x="3614" y="933"/>
                    <a:pt x="3513" y="1043"/>
                    <a:pt x="3393" y="1097"/>
                  </a:cubicBezTo>
                  <a:lnTo>
                    <a:pt x="706" y="2369"/>
                  </a:lnTo>
                  <a:cubicBezTo>
                    <a:pt x="668" y="2385"/>
                    <a:pt x="628" y="2393"/>
                    <a:pt x="588" y="2393"/>
                  </a:cubicBezTo>
                  <a:cubicBezTo>
                    <a:pt x="440" y="2393"/>
                    <a:pt x="289" y="2291"/>
                    <a:pt x="221" y="2164"/>
                  </a:cubicBezTo>
                  <a:cubicBezTo>
                    <a:pt x="175" y="2079"/>
                    <a:pt x="169" y="1983"/>
                    <a:pt x="205" y="1889"/>
                  </a:cubicBezTo>
                  <a:cubicBezTo>
                    <a:pt x="241" y="1793"/>
                    <a:pt x="319" y="1712"/>
                    <a:pt x="418" y="1668"/>
                  </a:cubicBezTo>
                  <a:lnTo>
                    <a:pt x="2315" y="827"/>
                  </a:lnTo>
                  <a:cubicBezTo>
                    <a:pt x="2391" y="793"/>
                    <a:pt x="2450" y="776"/>
                    <a:pt x="2496" y="776"/>
                  </a:cubicBezTo>
                  <a:cubicBezTo>
                    <a:pt x="2562" y="776"/>
                    <a:pt x="2604" y="810"/>
                    <a:pt x="2641" y="884"/>
                  </a:cubicBezTo>
                  <a:cubicBezTo>
                    <a:pt x="2669" y="935"/>
                    <a:pt x="2672" y="992"/>
                    <a:pt x="2651" y="1043"/>
                  </a:cubicBezTo>
                  <a:cubicBezTo>
                    <a:pt x="2630" y="1099"/>
                    <a:pt x="2581" y="1145"/>
                    <a:pt x="2510" y="1177"/>
                  </a:cubicBezTo>
                  <a:lnTo>
                    <a:pt x="1073" y="1813"/>
                  </a:lnTo>
                  <a:lnTo>
                    <a:pt x="1135" y="1956"/>
                  </a:lnTo>
                  <a:lnTo>
                    <a:pt x="2572" y="1320"/>
                  </a:lnTo>
                  <a:cubicBezTo>
                    <a:pt x="2685" y="1269"/>
                    <a:pt x="2767" y="1189"/>
                    <a:pt x="2804" y="1092"/>
                  </a:cubicBezTo>
                  <a:cubicBezTo>
                    <a:pt x="2840" y="1000"/>
                    <a:pt x="2834" y="899"/>
                    <a:pt x="2788" y="810"/>
                  </a:cubicBezTo>
                  <a:cubicBezTo>
                    <a:pt x="2713" y="662"/>
                    <a:pt x="2605" y="619"/>
                    <a:pt x="2503" y="619"/>
                  </a:cubicBezTo>
                  <a:cubicBezTo>
                    <a:pt x="2401" y="619"/>
                    <a:pt x="2304" y="662"/>
                    <a:pt x="2251" y="685"/>
                  </a:cubicBezTo>
                  <a:lnTo>
                    <a:pt x="355" y="1527"/>
                  </a:lnTo>
                  <a:cubicBezTo>
                    <a:pt x="214" y="1589"/>
                    <a:pt x="104" y="1704"/>
                    <a:pt x="53" y="1842"/>
                  </a:cubicBezTo>
                  <a:cubicBezTo>
                    <a:pt x="1" y="1976"/>
                    <a:pt x="9" y="2118"/>
                    <a:pt x="76" y="2241"/>
                  </a:cubicBezTo>
                  <a:cubicBezTo>
                    <a:pt x="170" y="2420"/>
                    <a:pt x="377" y="2549"/>
                    <a:pt x="583" y="2549"/>
                  </a:cubicBezTo>
                  <a:cubicBezTo>
                    <a:pt x="647" y="2549"/>
                    <a:pt x="710" y="2536"/>
                    <a:pt x="771" y="2510"/>
                  </a:cubicBezTo>
                  <a:lnTo>
                    <a:pt x="3457" y="1238"/>
                  </a:lnTo>
                  <a:cubicBezTo>
                    <a:pt x="3618" y="1166"/>
                    <a:pt x="3754" y="1019"/>
                    <a:pt x="3813" y="855"/>
                  </a:cubicBezTo>
                  <a:cubicBezTo>
                    <a:pt x="3862" y="717"/>
                    <a:pt x="3840" y="522"/>
                    <a:pt x="3783" y="391"/>
                  </a:cubicBezTo>
                  <a:cubicBezTo>
                    <a:pt x="3774" y="371"/>
                    <a:pt x="3762" y="351"/>
                    <a:pt x="3751" y="331"/>
                  </a:cubicBezTo>
                  <a:cubicBezTo>
                    <a:pt x="3619" y="105"/>
                    <a:pt x="3374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 w="2225">
              <a:solidFill>
                <a:srgbClr val="0054FF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94;p2"/>
            <p:cNvSpPr/>
            <p:nvPr/>
          </p:nvSpPr>
          <p:spPr>
            <a:xfrm rot="10432800" flipV="1">
              <a:off x="-318960" y="2940120"/>
              <a:ext cx="225000" cy="6372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-360 h 63720"/>
                <a:gd name="textAreaBottom" fmla="*/ 63720 h 63720"/>
              </a:gdLst>
              <a:ahLst/>
              <a:cxnLst/>
              <a:rect l="textAreaLeft" t="textAreaTop" r="textAreaRight" b="textAreaBottom"/>
              <a:pathLst>
                <a:path w="1156" h="329">
                  <a:moveTo>
                    <a:pt x="595" y="1"/>
                  </a:moveTo>
                  <a:cubicBezTo>
                    <a:pt x="487" y="1"/>
                    <a:pt x="383" y="28"/>
                    <a:pt x="284" y="64"/>
                  </a:cubicBezTo>
                  <a:cubicBezTo>
                    <a:pt x="233" y="87"/>
                    <a:pt x="185" y="112"/>
                    <a:pt x="136" y="136"/>
                  </a:cubicBezTo>
                  <a:cubicBezTo>
                    <a:pt x="91" y="166"/>
                    <a:pt x="45" y="195"/>
                    <a:pt x="0" y="228"/>
                  </a:cubicBezTo>
                  <a:cubicBezTo>
                    <a:pt x="52" y="208"/>
                    <a:pt x="101" y="186"/>
                    <a:pt x="150" y="165"/>
                  </a:cubicBezTo>
                  <a:cubicBezTo>
                    <a:pt x="200" y="148"/>
                    <a:pt x="251" y="129"/>
                    <a:pt x="301" y="113"/>
                  </a:cubicBezTo>
                  <a:cubicBezTo>
                    <a:pt x="396" y="90"/>
                    <a:pt x="490" y="66"/>
                    <a:pt x="586" y="66"/>
                  </a:cubicBezTo>
                  <a:cubicBezTo>
                    <a:pt x="594" y="66"/>
                    <a:pt x="601" y="67"/>
                    <a:pt x="609" y="67"/>
                  </a:cubicBezTo>
                  <a:cubicBezTo>
                    <a:pt x="815" y="68"/>
                    <a:pt x="1018" y="162"/>
                    <a:pt x="1156" y="329"/>
                  </a:cubicBezTo>
                  <a:cubicBezTo>
                    <a:pt x="1110" y="231"/>
                    <a:pt x="1028" y="149"/>
                    <a:pt x="933" y="91"/>
                  </a:cubicBezTo>
                  <a:cubicBezTo>
                    <a:pt x="836" y="32"/>
                    <a:pt x="723" y="4"/>
                    <a:pt x="611" y="1"/>
                  </a:cubicBezTo>
                  <a:cubicBezTo>
                    <a:pt x="605" y="1"/>
                    <a:pt x="600" y="1"/>
                    <a:pt x="595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5;p2"/>
            <p:cNvSpPr/>
            <p:nvPr/>
          </p:nvSpPr>
          <p:spPr>
            <a:xfrm rot="10432800" flipV="1">
              <a:off x="275400" y="3294360"/>
              <a:ext cx="148680" cy="6804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-360 h 68040"/>
                <a:gd name="textAreaBottom" fmla="*/ 68040 h 68040"/>
              </a:gdLst>
              <a:ahLst/>
              <a:cxnLst/>
              <a:rect l="textAreaLeft" t="textAreaTop" r="textAreaRight" b="textAreaBottom"/>
              <a:pathLst>
                <a:path w="765" h="351">
                  <a:moveTo>
                    <a:pt x="0" y="1"/>
                  </a:moveTo>
                  <a:cubicBezTo>
                    <a:pt x="20" y="74"/>
                    <a:pt x="62" y="143"/>
                    <a:pt x="115" y="202"/>
                  </a:cubicBezTo>
                  <a:cubicBezTo>
                    <a:pt x="169" y="261"/>
                    <a:pt x="239" y="307"/>
                    <a:pt x="317" y="330"/>
                  </a:cubicBezTo>
                  <a:cubicBezTo>
                    <a:pt x="360" y="343"/>
                    <a:pt x="406" y="350"/>
                    <a:pt x="452" y="350"/>
                  </a:cubicBezTo>
                  <a:cubicBezTo>
                    <a:pt x="487" y="350"/>
                    <a:pt x="522" y="346"/>
                    <a:pt x="556" y="335"/>
                  </a:cubicBezTo>
                  <a:cubicBezTo>
                    <a:pt x="594" y="329"/>
                    <a:pt x="630" y="309"/>
                    <a:pt x="666" y="296"/>
                  </a:cubicBezTo>
                  <a:cubicBezTo>
                    <a:pt x="700" y="276"/>
                    <a:pt x="733" y="256"/>
                    <a:pt x="764" y="234"/>
                  </a:cubicBezTo>
                  <a:lnTo>
                    <a:pt x="764" y="234"/>
                  </a:lnTo>
                  <a:cubicBezTo>
                    <a:pt x="689" y="254"/>
                    <a:pt x="619" y="279"/>
                    <a:pt x="547" y="286"/>
                  </a:cubicBezTo>
                  <a:cubicBezTo>
                    <a:pt x="526" y="289"/>
                    <a:pt x="505" y="290"/>
                    <a:pt x="485" y="290"/>
                  </a:cubicBezTo>
                  <a:cubicBezTo>
                    <a:pt x="434" y="290"/>
                    <a:pt x="384" y="282"/>
                    <a:pt x="335" y="269"/>
                  </a:cubicBezTo>
                  <a:cubicBezTo>
                    <a:pt x="200" y="228"/>
                    <a:pt x="89" y="123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6;p2"/>
            <p:cNvSpPr/>
            <p:nvPr/>
          </p:nvSpPr>
          <p:spPr>
            <a:xfrm rot="10432800" flipV="1">
              <a:off x="-235800" y="3150000"/>
              <a:ext cx="276840" cy="13320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360 h 133200"/>
                <a:gd name="textAreaBottom" fmla="*/ 133920 h 133200"/>
              </a:gdLst>
              <a:ahLst/>
              <a:cxnLst/>
              <a:rect l="textAreaLeft" t="textAreaTop" r="textAreaRight" b="textAreaBottom"/>
              <a:pathLst>
                <a:path w="1423" h="686">
                  <a:moveTo>
                    <a:pt x="1422" y="1"/>
                  </a:moveTo>
                  <a:cubicBezTo>
                    <a:pt x="1297" y="45"/>
                    <a:pt x="1176" y="97"/>
                    <a:pt x="1055" y="149"/>
                  </a:cubicBezTo>
                  <a:cubicBezTo>
                    <a:pt x="934" y="201"/>
                    <a:pt x="815" y="257"/>
                    <a:pt x="697" y="313"/>
                  </a:cubicBezTo>
                  <a:cubicBezTo>
                    <a:pt x="579" y="372"/>
                    <a:pt x="461" y="429"/>
                    <a:pt x="344" y="491"/>
                  </a:cubicBezTo>
                  <a:cubicBezTo>
                    <a:pt x="228" y="553"/>
                    <a:pt x="113" y="617"/>
                    <a:pt x="0" y="686"/>
                  </a:cubicBezTo>
                  <a:cubicBezTo>
                    <a:pt x="124" y="641"/>
                    <a:pt x="247" y="589"/>
                    <a:pt x="367" y="537"/>
                  </a:cubicBezTo>
                  <a:cubicBezTo>
                    <a:pt x="488" y="486"/>
                    <a:pt x="606" y="429"/>
                    <a:pt x="726" y="373"/>
                  </a:cubicBezTo>
                  <a:cubicBezTo>
                    <a:pt x="844" y="316"/>
                    <a:pt x="962" y="258"/>
                    <a:pt x="1077" y="195"/>
                  </a:cubicBezTo>
                  <a:cubicBezTo>
                    <a:pt x="1193" y="133"/>
                    <a:pt x="1310" y="71"/>
                    <a:pt x="142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7;p2"/>
            <p:cNvSpPr/>
            <p:nvPr/>
          </p:nvSpPr>
          <p:spPr>
            <a:xfrm rot="10432800" flipV="1">
              <a:off x="-21600" y="3041280"/>
              <a:ext cx="369720" cy="16416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164160"/>
                <a:gd name="textAreaBottom" fmla="*/ 164880 h 164160"/>
              </a:gdLst>
              <a:ahLst/>
              <a:cxnLst/>
              <a:rect l="textAreaLeft" t="textAreaTop" r="textAreaRight" b="textAreaBottom"/>
              <a:pathLst>
                <a:path w="1898" h="843">
                  <a:moveTo>
                    <a:pt x="1898" y="1"/>
                  </a:moveTo>
                  <a:lnTo>
                    <a:pt x="1898" y="1"/>
                  </a:lnTo>
                  <a:cubicBezTo>
                    <a:pt x="1734" y="58"/>
                    <a:pt x="1572" y="123"/>
                    <a:pt x="1413" y="188"/>
                  </a:cubicBezTo>
                  <a:cubicBezTo>
                    <a:pt x="1253" y="254"/>
                    <a:pt x="1095" y="324"/>
                    <a:pt x="935" y="390"/>
                  </a:cubicBezTo>
                  <a:cubicBezTo>
                    <a:pt x="778" y="464"/>
                    <a:pt x="620" y="533"/>
                    <a:pt x="464" y="608"/>
                  </a:cubicBezTo>
                  <a:cubicBezTo>
                    <a:pt x="309" y="683"/>
                    <a:pt x="154" y="759"/>
                    <a:pt x="1" y="842"/>
                  </a:cubicBezTo>
                  <a:cubicBezTo>
                    <a:pt x="164" y="785"/>
                    <a:pt x="325" y="720"/>
                    <a:pt x="485" y="655"/>
                  </a:cubicBezTo>
                  <a:cubicBezTo>
                    <a:pt x="646" y="589"/>
                    <a:pt x="803" y="519"/>
                    <a:pt x="962" y="451"/>
                  </a:cubicBezTo>
                  <a:cubicBezTo>
                    <a:pt x="1119" y="379"/>
                    <a:pt x="1277" y="310"/>
                    <a:pt x="1433" y="234"/>
                  </a:cubicBezTo>
                  <a:cubicBezTo>
                    <a:pt x="1590" y="159"/>
                    <a:pt x="1745" y="84"/>
                    <a:pt x="189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98;p2"/>
            <p:cNvSpPr/>
            <p:nvPr/>
          </p:nvSpPr>
          <p:spPr>
            <a:xfrm rot="10432800" flipV="1">
              <a:off x="135360" y="1890360"/>
              <a:ext cx="369360" cy="7963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360 h 796320"/>
                <a:gd name="textAreaBottom" fmla="*/ 797040 h 796320"/>
              </a:gdLst>
              <a:ahLst/>
              <a:cxnLst/>
              <a:rect l="textAreaLeft" t="textAreaTop" r="textAreaRight" b="textAreaBottom"/>
              <a:pathLst>
                <a:path w="1896" h="4085">
                  <a:moveTo>
                    <a:pt x="592" y="0"/>
                  </a:moveTo>
                  <a:cubicBezTo>
                    <a:pt x="556" y="0"/>
                    <a:pt x="521" y="4"/>
                    <a:pt x="485" y="13"/>
                  </a:cubicBezTo>
                  <a:cubicBezTo>
                    <a:pt x="228" y="70"/>
                    <a:pt x="0" y="335"/>
                    <a:pt x="43" y="611"/>
                  </a:cubicBezTo>
                  <a:lnTo>
                    <a:pt x="559" y="3538"/>
                  </a:lnTo>
                  <a:cubicBezTo>
                    <a:pt x="585" y="3714"/>
                    <a:pt x="691" y="3883"/>
                    <a:pt x="833" y="3984"/>
                  </a:cubicBezTo>
                  <a:cubicBezTo>
                    <a:pt x="929" y="4051"/>
                    <a:pt x="1071" y="4084"/>
                    <a:pt x="1197" y="4084"/>
                  </a:cubicBezTo>
                  <a:cubicBezTo>
                    <a:pt x="1229" y="4084"/>
                    <a:pt x="1260" y="4082"/>
                    <a:pt x="1288" y="4078"/>
                  </a:cubicBezTo>
                  <a:cubicBezTo>
                    <a:pt x="1310" y="4073"/>
                    <a:pt x="1333" y="4069"/>
                    <a:pt x="1354" y="4063"/>
                  </a:cubicBezTo>
                  <a:cubicBezTo>
                    <a:pt x="1713" y="3967"/>
                    <a:pt x="1895" y="3590"/>
                    <a:pt x="1851" y="3302"/>
                  </a:cubicBezTo>
                  <a:lnTo>
                    <a:pt x="1537" y="1239"/>
                  </a:lnTo>
                  <a:lnTo>
                    <a:pt x="1383" y="1262"/>
                  </a:lnTo>
                  <a:lnTo>
                    <a:pt x="1698" y="3325"/>
                  </a:lnTo>
                  <a:cubicBezTo>
                    <a:pt x="1746" y="3643"/>
                    <a:pt x="1491" y="3856"/>
                    <a:pt x="1314" y="3904"/>
                  </a:cubicBezTo>
                  <a:cubicBezTo>
                    <a:pt x="1274" y="3915"/>
                    <a:pt x="1232" y="3919"/>
                    <a:pt x="1190" y="3919"/>
                  </a:cubicBezTo>
                  <a:cubicBezTo>
                    <a:pt x="1077" y="3919"/>
                    <a:pt x="969" y="3883"/>
                    <a:pt x="918" y="3848"/>
                  </a:cubicBezTo>
                  <a:cubicBezTo>
                    <a:pt x="810" y="3773"/>
                    <a:pt x="731" y="3645"/>
                    <a:pt x="711" y="3514"/>
                  </a:cubicBezTo>
                  <a:lnTo>
                    <a:pt x="196" y="587"/>
                  </a:lnTo>
                  <a:cubicBezTo>
                    <a:pt x="167" y="395"/>
                    <a:pt x="343" y="213"/>
                    <a:pt x="521" y="172"/>
                  </a:cubicBezTo>
                  <a:cubicBezTo>
                    <a:pt x="545" y="167"/>
                    <a:pt x="568" y="165"/>
                    <a:pt x="592" y="165"/>
                  </a:cubicBezTo>
                  <a:cubicBezTo>
                    <a:pt x="662" y="165"/>
                    <a:pt x="730" y="187"/>
                    <a:pt x="790" y="230"/>
                  </a:cubicBezTo>
                  <a:cubicBezTo>
                    <a:pt x="874" y="292"/>
                    <a:pt x="931" y="387"/>
                    <a:pt x="947" y="495"/>
                  </a:cubicBezTo>
                  <a:lnTo>
                    <a:pt x="1257" y="2545"/>
                  </a:lnTo>
                  <a:cubicBezTo>
                    <a:pt x="1287" y="2745"/>
                    <a:pt x="1252" y="2819"/>
                    <a:pt x="1116" y="2846"/>
                  </a:cubicBezTo>
                  <a:cubicBezTo>
                    <a:pt x="1101" y="2849"/>
                    <a:pt x="1086" y="2851"/>
                    <a:pt x="1071" y="2851"/>
                  </a:cubicBezTo>
                  <a:cubicBezTo>
                    <a:pt x="1030" y="2851"/>
                    <a:pt x="992" y="2838"/>
                    <a:pt x="959" y="2814"/>
                  </a:cubicBezTo>
                  <a:cubicBezTo>
                    <a:pt x="911" y="2778"/>
                    <a:pt x="878" y="2718"/>
                    <a:pt x="867" y="2642"/>
                  </a:cubicBezTo>
                  <a:lnTo>
                    <a:pt x="633" y="1087"/>
                  </a:lnTo>
                  <a:lnTo>
                    <a:pt x="481" y="1110"/>
                  </a:lnTo>
                  <a:lnTo>
                    <a:pt x="714" y="2665"/>
                  </a:lnTo>
                  <a:cubicBezTo>
                    <a:pt x="733" y="2786"/>
                    <a:pt x="787" y="2886"/>
                    <a:pt x="871" y="2948"/>
                  </a:cubicBezTo>
                  <a:cubicBezTo>
                    <a:pt x="930" y="2992"/>
                    <a:pt x="1001" y="3015"/>
                    <a:pt x="1074" y="3015"/>
                  </a:cubicBezTo>
                  <a:cubicBezTo>
                    <a:pt x="1098" y="3015"/>
                    <a:pt x="1123" y="3012"/>
                    <a:pt x="1147" y="3007"/>
                  </a:cubicBezTo>
                  <a:cubicBezTo>
                    <a:pt x="1474" y="2941"/>
                    <a:pt x="1428" y="2637"/>
                    <a:pt x="1411" y="2522"/>
                  </a:cubicBezTo>
                  <a:lnTo>
                    <a:pt x="1101" y="472"/>
                  </a:lnTo>
                  <a:cubicBezTo>
                    <a:pt x="1078" y="319"/>
                    <a:pt x="996" y="182"/>
                    <a:pt x="877" y="96"/>
                  </a:cubicBezTo>
                  <a:cubicBezTo>
                    <a:pt x="791" y="33"/>
                    <a:pt x="693" y="0"/>
                    <a:pt x="592" y="0"/>
                  </a:cubicBezTo>
                  <a:close/>
                </a:path>
              </a:pathLst>
            </a:custGeom>
            <a:solidFill>
              <a:schemeClr val="dk1"/>
            </a:solidFill>
            <a:ln w="22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99;p2"/>
            <p:cNvSpPr/>
            <p:nvPr/>
          </p:nvSpPr>
          <p:spPr>
            <a:xfrm rot="10432800" flipV="1">
              <a:off x="151920" y="1892880"/>
              <a:ext cx="369000" cy="795960"/>
            </a:xfrm>
            <a:custGeom>
              <a:avLst/>
              <a:gdLst>
                <a:gd name="textAreaLeft" fmla="*/ 0 w 369000"/>
                <a:gd name="textAreaRight" fmla="*/ 369360 w 369000"/>
                <a:gd name="textAreaTop" fmla="*/ -360 h 795960"/>
                <a:gd name="textAreaBottom" fmla="*/ 795960 h 795960"/>
              </a:gdLst>
              <a:ahLst/>
              <a:cxnLst/>
              <a:rect l="textAreaLeft" t="textAreaTop" r="textAreaRight" b="textAreaBottom"/>
              <a:pathLst>
                <a:path w="1895" h="4084">
                  <a:moveTo>
                    <a:pt x="589" y="1"/>
                  </a:moveTo>
                  <a:cubicBezTo>
                    <a:pt x="555" y="1"/>
                    <a:pt x="520" y="4"/>
                    <a:pt x="486" y="12"/>
                  </a:cubicBezTo>
                  <a:cubicBezTo>
                    <a:pt x="228" y="71"/>
                    <a:pt x="1" y="334"/>
                    <a:pt x="42" y="612"/>
                  </a:cubicBezTo>
                  <a:lnTo>
                    <a:pt x="558" y="3539"/>
                  </a:lnTo>
                  <a:cubicBezTo>
                    <a:pt x="585" y="3713"/>
                    <a:pt x="690" y="3884"/>
                    <a:pt x="834" y="3984"/>
                  </a:cubicBezTo>
                  <a:cubicBezTo>
                    <a:pt x="929" y="4050"/>
                    <a:pt x="1071" y="4084"/>
                    <a:pt x="1196" y="4084"/>
                  </a:cubicBezTo>
                  <a:cubicBezTo>
                    <a:pt x="1228" y="4084"/>
                    <a:pt x="1259" y="4082"/>
                    <a:pt x="1287" y="4077"/>
                  </a:cubicBezTo>
                  <a:cubicBezTo>
                    <a:pt x="1310" y="4074"/>
                    <a:pt x="1332" y="4069"/>
                    <a:pt x="1355" y="4063"/>
                  </a:cubicBezTo>
                  <a:cubicBezTo>
                    <a:pt x="1712" y="3966"/>
                    <a:pt x="1894" y="3589"/>
                    <a:pt x="1851" y="3302"/>
                  </a:cubicBezTo>
                  <a:lnTo>
                    <a:pt x="1536" y="1238"/>
                  </a:lnTo>
                  <a:lnTo>
                    <a:pt x="1384" y="1261"/>
                  </a:lnTo>
                  <a:lnTo>
                    <a:pt x="1697" y="3325"/>
                  </a:lnTo>
                  <a:cubicBezTo>
                    <a:pt x="1746" y="3644"/>
                    <a:pt x="1490" y="3856"/>
                    <a:pt x="1313" y="3903"/>
                  </a:cubicBezTo>
                  <a:cubicBezTo>
                    <a:pt x="1273" y="3914"/>
                    <a:pt x="1231" y="3919"/>
                    <a:pt x="1189" y="3919"/>
                  </a:cubicBezTo>
                  <a:cubicBezTo>
                    <a:pt x="1076" y="3919"/>
                    <a:pt x="968" y="3883"/>
                    <a:pt x="917" y="3847"/>
                  </a:cubicBezTo>
                  <a:cubicBezTo>
                    <a:pt x="809" y="3772"/>
                    <a:pt x="730" y="3644"/>
                    <a:pt x="710" y="3515"/>
                  </a:cubicBezTo>
                  <a:lnTo>
                    <a:pt x="195" y="588"/>
                  </a:lnTo>
                  <a:cubicBezTo>
                    <a:pt x="168" y="396"/>
                    <a:pt x="342" y="213"/>
                    <a:pt x="520" y="173"/>
                  </a:cubicBezTo>
                  <a:cubicBezTo>
                    <a:pt x="545" y="168"/>
                    <a:pt x="569" y="165"/>
                    <a:pt x="594" y="165"/>
                  </a:cubicBezTo>
                  <a:cubicBezTo>
                    <a:pt x="663" y="165"/>
                    <a:pt x="731" y="187"/>
                    <a:pt x="791" y="231"/>
                  </a:cubicBezTo>
                  <a:cubicBezTo>
                    <a:pt x="874" y="291"/>
                    <a:pt x="930" y="388"/>
                    <a:pt x="948" y="494"/>
                  </a:cubicBezTo>
                  <a:lnTo>
                    <a:pt x="1256" y="2546"/>
                  </a:lnTo>
                  <a:cubicBezTo>
                    <a:pt x="1286" y="2746"/>
                    <a:pt x="1253" y="2818"/>
                    <a:pt x="1115" y="2847"/>
                  </a:cubicBezTo>
                  <a:cubicBezTo>
                    <a:pt x="1100" y="2850"/>
                    <a:pt x="1086" y="2851"/>
                    <a:pt x="1072" y="2851"/>
                  </a:cubicBezTo>
                  <a:cubicBezTo>
                    <a:pt x="1031" y="2851"/>
                    <a:pt x="991" y="2839"/>
                    <a:pt x="959" y="2814"/>
                  </a:cubicBezTo>
                  <a:cubicBezTo>
                    <a:pt x="910" y="2778"/>
                    <a:pt x="879" y="2719"/>
                    <a:pt x="867" y="2643"/>
                  </a:cubicBezTo>
                  <a:lnTo>
                    <a:pt x="634" y="1087"/>
                  </a:lnTo>
                  <a:lnTo>
                    <a:pt x="480" y="1110"/>
                  </a:lnTo>
                  <a:lnTo>
                    <a:pt x="713" y="2666"/>
                  </a:lnTo>
                  <a:cubicBezTo>
                    <a:pt x="732" y="2786"/>
                    <a:pt x="788" y="2886"/>
                    <a:pt x="871" y="2948"/>
                  </a:cubicBezTo>
                  <a:cubicBezTo>
                    <a:pt x="931" y="2992"/>
                    <a:pt x="1002" y="3015"/>
                    <a:pt x="1075" y="3015"/>
                  </a:cubicBezTo>
                  <a:cubicBezTo>
                    <a:pt x="1099" y="3015"/>
                    <a:pt x="1123" y="3013"/>
                    <a:pt x="1148" y="3008"/>
                  </a:cubicBezTo>
                  <a:cubicBezTo>
                    <a:pt x="1473" y="2942"/>
                    <a:pt x="1427" y="2637"/>
                    <a:pt x="1410" y="2523"/>
                  </a:cubicBezTo>
                  <a:lnTo>
                    <a:pt x="1100" y="471"/>
                  </a:lnTo>
                  <a:cubicBezTo>
                    <a:pt x="1077" y="320"/>
                    <a:pt x="997" y="183"/>
                    <a:pt x="877" y="95"/>
                  </a:cubicBezTo>
                  <a:cubicBezTo>
                    <a:pt x="790" y="33"/>
                    <a:pt x="690" y="1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 w="2225">
              <a:solidFill>
                <a:srgbClr val="FFD6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100;p2"/>
            <p:cNvSpPr/>
            <p:nvPr/>
          </p:nvSpPr>
          <p:spPr>
            <a:xfrm rot="10432800" flipV="1">
              <a:off x="195840" y="2473920"/>
              <a:ext cx="96480" cy="21132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-360 h 211320"/>
                <a:gd name="textAreaBottom" fmla="*/ 211320 h 211320"/>
              </a:gdLst>
              <a:ahLst/>
              <a:cxnLst/>
              <a:rect l="textAreaLeft" t="textAreaTop" r="textAreaRight" b="textAreaBottom"/>
              <a:pathLst>
                <a:path w="496" h="1088">
                  <a:moveTo>
                    <a:pt x="405" y="1"/>
                  </a:moveTo>
                  <a:cubicBezTo>
                    <a:pt x="410" y="55"/>
                    <a:pt x="420" y="107"/>
                    <a:pt x="425" y="161"/>
                  </a:cubicBezTo>
                  <a:cubicBezTo>
                    <a:pt x="430" y="214"/>
                    <a:pt x="436" y="267"/>
                    <a:pt x="437" y="320"/>
                  </a:cubicBezTo>
                  <a:cubicBezTo>
                    <a:pt x="434" y="425"/>
                    <a:pt x="431" y="530"/>
                    <a:pt x="400" y="630"/>
                  </a:cubicBezTo>
                  <a:cubicBezTo>
                    <a:pt x="343" y="828"/>
                    <a:pt x="200" y="998"/>
                    <a:pt x="1" y="1087"/>
                  </a:cubicBezTo>
                  <a:cubicBezTo>
                    <a:pt x="109" y="1069"/>
                    <a:pt x="210" y="1012"/>
                    <a:pt x="290" y="935"/>
                  </a:cubicBezTo>
                  <a:cubicBezTo>
                    <a:pt x="372" y="858"/>
                    <a:pt x="430" y="756"/>
                    <a:pt x="463" y="648"/>
                  </a:cubicBezTo>
                  <a:cubicBezTo>
                    <a:pt x="496" y="540"/>
                    <a:pt x="496" y="427"/>
                    <a:pt x="487" y="317"/>
                  </a:cubicBezTo>
                  <a:cubicBezTo>
                    <a:pt x="479" y="263"/>
                    <a:pt x="469" y="208"/>
                    <a:pt x="459" y="155"/>
                  </a:cubicBezTo>
                  <a:cubicBezTo>
                    <a:pt x="440" y="103"/>
                    <a:pt x="424" y="51"/>
                    <a:pt x="405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01;p2"/>
            <p:cNvSpPr/>
            <p:nvPr/>
          </p:nvSpPr>
          <p:spPr>
            <a:xfrm rot="10432800" flipV="1">
              <a:off x="375120" y="1893600"/>
              <a:ext cx="92160" cy="1310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131040"/>
                <a:gd name="textAreaBottom" fmla="*/ 131760 h 131040"/>
              </a:gdLst>
              <a:ahLst/>
              <a:cxnLst/>
              <a:rect l="textAreaLeft" t="textAreaTop" r="textAreaRight" b="textAreaBottom"/>
              <a:pathLst>
                <a:path w="474" h="675">
                  <a:moveTo>
                    <a:pt x="474" y="0"/>
                  </a:moveTo>
                  <a:cubicBezTo>
                    <a:pt x="396" y="0"/>
                    <a:pt x="320" y="23"/>
                    <a:pt x="249" y="58"/>
                  </a:cubicBezTo>
                  <a:cubicBezTo>
                    <a:pt x="179" y="94"/>
                    <a:pt x="115" y="150"/>
                    <a:pt x="71" y="217"/>
                  </a:cubicBezTo>
                  <a:cubicBezTo>
                    <a:pt x="29" y="286"/>
                    <a:pt x="0" y="367"/>
                    <a:pt x="3" y="448"/>
                  </a:cubicBezTo>
                  <a:cubicBezTo>
                    <a:pt x="0" y="486"/>
                    <a:pt x="10" y="525"/>
                    <a:pt x="13" y="564"/>
                  </a:cubicBezTo>
                  <a:cubicBezTo>
                    <a:pt x="23" y="602"/>
                    <a:pt x="33" y="639"/>
                    <a:pt x="46" y="675"/>
                  </a:cubicBezTo>
                  <a:cubicBezTo>
                    <a:pt x="46" y="597"/>
                    <a:pt x="42" y="524"/>
                    <a:pt x="55" y="452"/>
                  </a:cubicBezTo>
                  <a:cubicBezTo>
                    <a:pt x="64" y="380"/>
                    <a:pt x="91" y="312"/>
                    <a:pt x="127" y="253"/>
                  </a:cubicBezTo>
                  <a:cubicBezTo>
                    <a:pt x="202" y="132"/>
                    <a:pt x="333" y="55"/>
                    <a:pt x="474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02;p2"/>
            <p:cNvSpPr/>
            <p:nvPr/>
          </p:nvSpPr>
          <p:spPr>
            <a:xfrm rot="10432800" flipV="1">
              <a:off x="410040" y="2265840"/>
              <a:ext cx="55440" cy="3027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-360 h 302760"/>
                <a:gd name="textAreaBottom" fmla="*/ 302760 h 302760"/>
              </a:gdLst>
              <a:ahLst/>
              <a:cxnLst/>
              <a:rect l="textAreaLeft" t="textAreaTop" r="textAreaRight" b="textAreaBottom"/>
              <a:pathLst>
                <a:path w="286" h="1553">
                  <a:moveTo>
                    <a:pt x="1" y="1"/>
                  </a:moveTo>
                  <a:cubicBezTo>
                    <a:pt x="11" y="133"/>
                    <a:pt x="28" y="263"/>
                    <a:pt x="47" y="394"/>
                  </a:cubicBezTo>
                  <a:cubicBezTo>
                    <a:pt x="65" y="525"/>
                    <a:pt x="87" y="653"/>
                    <a:pt x="110" y="782"/>
                  </a:cubicBezTo>
                  <a:cubicBezTo>
                    <a:pt x="135" y="912"/>
                    <a:pt x="159" y="1041"/>
                    <a:pt x="189" y="1169"/>
                  </a:cubicBezTo>
                  <a:cubicBezTo>
                    <a:pt x="218" y="1297"/>
                    <a:pt x="248" y="1425"/>
                    <a:pt x="286" y="1552"/>
                  </a:cubicBezTo>
                  <a:cubicBezTo>
                    <a:pt x="276" y="1421"/>
                    <a:pt x="257" y="1290"/>
                    <a:pt x="240" y="1161"/>
                  </a:cubicBezTo>
                  <a:cubicBezTo>
                    <a:pt x="221" y="1030"/>
                    <a:pt x="199" y="900"/>
                    <a:pt x="176" y="771"/>
                  </a:cubicBezTo>
                  <a:cubicBezTo>
                    <a:pt x="152" y="641"/>
                    <a:pt x="127" y="513"/>
                    <a:pt x="97" y="385"/>
                  </a:cubicBezTo>
                  <a:cubicBezTo>
                    <a:pt x="68" y="256"/>
                    <a:pt x="38" y="127"/>
                    <a:pt x="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03;p2"/>
            <p:cNvSpPr/>
            <p:nvPr/>
          </p:nvSpPr>
          <p:spPr>
            <a:xfrm rot="10432800" flipV="1">
              <a:off x="249480" y="1990440"/>
              <a:ext cx="60120" cy="39924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-360 h 399240"/>
                <a:gd name="textAreaBottom" fmla="*/ 399240 h 399240"/>
              </a:gdLst>
              <a:ahLst/>
              <a:cxnLst/>
              <a:rect l="textAreaLeft" t="textAreaTop" r="textAreaRight" b="textAreaBottom"/>
              <a:pathLst>
                <a:path w="310" h="2052">
                  <a:moveTo>
                    <a:pt x="0" y="1"/>
                  </a:moveTo>
                  <a:cubicBezTo>
                    <a:pt x="13" y="173"/>
                    <a:pt x="32" y="345"/>
                    <a:pt x="52" y="517"/>
                  </a:cubicBezTo>
                  <a:cubicBezTo>
                    <a:pt x="74" y="688"/>
                    <a:pt x="98" y="860"/>
                    <a:pt x="122" y="1031"/>
                  </a:cubicBezTo>
                  <a:cubicBezTo>
                    <a:pt x="151" y="1201"/>
                    <a:pt x="176" y="1372"/>
                    <a:pt x="207" y="1543"/>
                  </a:cubicBezTo>
                  <a:cubicBezTo>
                    <a:pt x="238" y="1713"/>
                    <a:pt x="271" y="1883"/>
                    <a:pt x="310" y="2051"/>
                  </a:cubicBezTo>
                  <a:cubicBezTo>
                    <a:pt x="297" y="1879"/>
                    <a:pt x="278" y="1707"/>
                    <a:pt x="258" y="1535"/>
                  </a:cubicBezTo>
                  <a:cubicBezTo>
                    <a:pt x="236" y="1363"/>
                    <a:pt x="210" y="1192"/>
                    <a:pt x="187" y="1021"/>
                  </a:cubicBezTo>
                  <a:cubicBezTo>
                    <a:pt x="160" y="851"/>
                    <a:pt x="134" y="680"/>
                    <a:pt x="102" y="510"/>
                  </a:cubicBezTo>
                  <a:cubicBezTo>
                    <a:pt x="72" y="339"/>
                    <a:pt x="40" y="1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 hasCustomPrompt="1"/>
          </p:nvPr>
        </p:nvSpPr>
        <p:spPr>
          <a:xfrm>
            <a:off x="1288080" y="983880"/>
            <a:ext cx="6567120" cy="262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 hasCustomPrompt="1"/>
          </p:nvPr>
        </p:nvSpPr>
        <p:spPr>
          <a:xfrm>
            <a:off x="720000" y="1140480"/>
            <a:ext cx="7703640" cy="46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5" name="Google Shape;167;p4"/>
          <p:cNvSpPr/>
          <p:nvPr/>
        </p:nvSpPr>
        <p:spPr>
          <a:xfrm rot="5400000">
            <a:off x="8131320" y="2310840"/>
            <a:ext cx="1542960" cy="569880"/>
          </a:xfrm>
          <a:custGeom>
            <a:avLst/>
            <a:gdLst>
              <a:gd name="textAreaLeft" fmla="*/ 0 w 1542960"/>
              <a:gd name="textAreaRight" fmla="*/ 1543320 w 1542960"/>
              <a:gd name="textAreaTop" fmla="*/ 0 h 569880"/>
              <a:gd name="textAreaBottom" fmla="*/ 570240 h 569880"/>
            </a:gdLst>
            <a:ahLst/>
            <a:cxnLst/>
            <a:rect l="textAreaLeft" t="textAreaTop" r="textAreaRight" b="textAreaBottom"/>
            <a:pathLst>
              <a:path w="15032" h="5554">
                <a:moveTo>
                  <a:pt x="7715" y="1"/>
                </a:moveTo>
                <a:cubicBezTo>
                  <a:pt x="7694" y="1"/>
                  <a:pt x="7673" y="7"/>
                  <a:pt x="7651" y="19"/>
                </a:cubicBezTo>
                <a:lnTo>
                  <a:pt x="4719" y="1745"/>
                </a:lnTo>
                <a:cubicBezTo>
                  <a:pt x="3738" y="2322"/>
                  <a:pt x="2757" y="2899"/>
                  <a:pt x="1774" y="3476"/>
                </a:cubicBezTo>
                <a:lnTo>
                  <a:pt x="119" y="4449"/>
                </a:lnTo>
                <a:cubicBezTo>
                  <a:pt x="1" y="4518"/>
                  <a:pt x="73" y="4684"/>
                  <a:pt x="183" y="4684"/>
                </a:cubicBezTo>
                <a:cubicBezTo>
                  <a:pt x="203" y="4684"/>
                  <a:pt x="224" y="4679"/>
                  <a:pt x="245" y="4666"/>
                </a:cubicBezTo>
                <a:lnTo>
                  <a:pt x="245" y="4667"/>
                </a:lnTo>
                <a:lnTo>
                  <a:pt x="3178" y="2942"/>
                </a:lnTo>
                <a:cubicBezTo>
                  <a:pt x="4160" y="2365"/>
                  <a:pt x="5141" y="1788"/>
                  <a:pt x="6122" y="1211"/>
                </a:cubicBezTo>
                <a:lnTo>
                  <a:pt x="7101" y="635"/>
                </a:lnTo>
                <a:lnTo>
                  <a:pt x="7101" y="635"/>
                </a:lnTo>
                <a:cubicBezTo>
                  <a:pt x="6042" y="1841"/>
                  <a:pt x="4983" y="3044"/>
                  <a:pt x="3925" y="4250"/>
                </a:cubicBezTo>
                <a:cubicBezTo>
                  <a:pt x="3639" y="4577"/>
                  <a:pt x="3309" y="4995"/>
                  <a:pt x="3449" y="5459"/>
                </a:cubicBezTo>
                <a:cubicBezTo>
                  <a:pt x="3463" y="5506"/>
                  <a:pt x="3516" y="5553"/>
                  <a:pt x="3569" y="5553"/>
                </a:cubicBezTo>
                <a:cubicBezTo>
                  <a:pt x="3581" y="5553"/>
                  <a:pt x="3592" y="5551"/>
                  <a:pt x="3603" y="5547"/>
                </a:cubicBezTo>
                <a:cubicBezTo>
                  <a:pt x="4535" y="5154"/>
                  <a:pt x="5381" y="4603"/>
                  <a:pt x="6210" y="4028"/>
                </a:cubicBezTo>
                <a:cubicBezTo>
                  <a:pt x="7032" y="3460"/>
                  <a:pt x="7842" y="2869"/>
                  <a:pt x="8724" y="2397"/>
                </a:cubicBezTo>
                <a:cubicBezTo>
                  <a:pt x="9090" y="2201"/>
                  <a:pt x="9466" y="2029"/>
                  <a:pt x="9855" y="1891"/>
                </a:cubicBezTo>
                <a:lnTo>
                  <a:pt x="9855" y="1891"/>
                </a:lnTo>
                <a:cubicBezTo>
                  <a:pt x="9191" y="2691"/>
                  <a:pt x="8528" y="3491"/>
                  <a:pt x="7865" y="4290"/>
                </a:cubicBezTo>
                <a:cubicBezTo>
                  <a:pt x="7652" y="4547"/>
                  <a:pt x="7439" y="4803"/>
                  <a:pt x="7226" y="5059"/>
                </a:cubicBezTo>
                <a:cubicBezTo>
                  <a:pt x="7186" y="5108"/>
                  <a:pt x="7174" y="5172"/>
                  <a:pt x="7216" y="5224"/>
                </a:cubicBezTo>
                <a:cubicBezTo>
                  <a:pt x="7241" y="5255"/>
                  <a:pt x="7279" y="5275"/>
                  <a:pt x="7318" y="5275"/>
                </a:cubicBezTo>
                <a:cubicBezTo>
                  <a:pt x="7339" y="5275"/>
                  <a:pt x="7360" y="5269"/>
                  <a:pt x="7379" y="5257"/>
                </a:cubicBezTo>
                <a:cubicBezTo>
                  <a:pt x="7985" y="4865"/>
                  <a:pt x="8590" y="4473"/>
                  <a:pt x="9198" y="4082"/>
                </a:cubicBezTo>
                <a:cubicBezTo>
                  <a:pt x="9500" y="3886"/>
                  <a:pt x="9804" y="3689"/>
                  <a:pt x="10107" y="3493"/>
                </a:cubicBezTo>
                <a:cubicBezTo>
                  <a:pt x="10334" y="3347"/>
                  <a:pt x="10603" y="3122"/>
                  <a:pt x="10889" y="3122"/>
                </a:cubicBezTo>
                <a:cubicBezTo>
                  <a:pt x="10901" y="3122"/>
                  <a:pt x="10913" y="3123"/>
                  <a:pt x="10925" y="3123"/>
                </a:cubicBezTo>
                <a:cubicBezTo>
                  <a:pt x="11028" y="3131"/>
                  <a:pt x="11139" y="3174"/>
                  <a:pt x="11207" y="3254"/>
                </a:cubicBezTo>
                <a:cubicBezTo>
                  <a:pt x="11289" y="3352"/>
                  <a:pt x="11263" y="3474"/>
                  <a:pt x="11234" y="3590"/>
                </a:cubicBezTo>
                <a:cubicBezTo>
                  <a:pt x="11197" y="3735"/>
                  <a:pt x="11159" y="3882"/>
                  <a:pt x="11199" y="4030"/>
                </a:cubicBezTo>
                <a:cubicBezTo>
                  <a:pt x="11230" y="4135"/>
                  <a:pt x="11291" y="4223"/>
                  <a:pt x="11378" y="4287"/>
                </a:cubicBezTo>
                <a:cubicBezTo>
                  <a:pt x="11502" y="4379"/>
                  <a:pt x="11659" y="4410"/>
                  <a:pt x="11814" y="4410"/>
                </a:cubicBezTo>
                <a:cubicBezTo>
                  <a:pt x="11871" y="4410"/>
                  <a:pt x="11929" y="4405"/>
                  <a:pt x="11984" y="4398"/>
                </a:cubicBezTo>
                <a:cubicBezTo>
                  <a:pt x="12253" y="4365"/>
                  <a:pt x="12486" y="4259"/>
                  <a:pt x="12732" y="4151"/>
                </a:cubicBezTo>
                <a:cubicBezTo>
                  <a:pt x="13473" y="3823"/>
                  <a:pt x="14214" y="3495"/>
                  <a:pt x="14954" y="3168"/>
                </a:cubicBezTo>
                <a:cubicBezTo>
                  <a:pt x="15017" y="3141"/>
                  <a:pt x="15032" y="3050"/>
                  <a:pt x="15000" y="2995"/>
                </a:cubicBezTo>
                <a:cubicBezTo>
                  <a:pt x="14976" y="2954"/>
                  <a:pt x="14936" y="2936"/>
                  <a:pt x="14895" y="2936"/>
                </a:cubicBezTo>
                <a:cubicBezTo>
                  <a:pt x="14872" y="2936"/>
                  <a:pt x="14849" y="2941"/>
                  <a:pt x="14827" y="2951"/>
                </a:cubicBezTo>
                <a:cubicBezTo>
                  <a:pt x="14167" y="3243"/>
                  <a:pt x="13506" y="3535"/>
                  <a:pt x="12846" y="3827"/>
                </a:cubicBezTo>
                <a:cubicBezTo>
                  <a:pt x="12590" y="3941"/>
                  <a:pt x="12335" y="4077"/>
                  <a:pt x="12057" y="4134"/>
                </a:cubicBezTo>
                <a:cubicBezTo>
                  <a:pt x="11982" y="4148"/>
                  <a:pt x="11897" y="4160"/>
                  <a:pt x="11813" y="4160"/>
                </a:cubicBezTo>
                <a:cubicBezTo>
                  <a:pt x="11703" y="4160"/>
                  <a:pt x="11595" y="4140"/>
                  <a:pt x="11516" y="4079"/>
                </a:cubicBezTo>
                <a:cubicBezTo>
                  <a:pt x="11499" y="4066"/>
                  <a:pt x="11476" y="4037"/>
                  <a:pt x="11460" y="4010"/>
                </a:cubicBezTo>
                <a:cubicBezTo>
                  <a:pt x="11441" y="3974"/>
                  <a:pt x="11431" y="3922"/>
                  <a:pt x="11433" y="3873"/>
                </a:cubicBezTo>
                <a:cubicBezTo>
                  <a:pt x="11437" y="3723"/>
                  <a:pt x="11509" y="3584"/>
                  <a:pt x="11515" y="3433"/>
                </a:cubicBezTo>
                <a:cubicBezTo>
                  <a:pt x="11526" y="3152"/>
                  <a:pt x="11300" y="2938"/>
                  <a:pt x="11037" y="2886"/>
                </a:cubicBezTo>
                <a:cubicBezTo>
                  <a:pt x="10989" y="2877"/>
                  <a:pt x="10942" y="2872"/>
                  <a:pt x="10896" y="2872"/>
                </a:cubicBezTo>
                <a:cubicBezTo>
                  <a:pt x="10642" y="2872"/>
                  <a:pt x="10407" y="3001"/>
                  <a:pt x="10194" y="3138"/>
                </a:cubicBezTo>
                <a:cubicBezTo>
                  <a:pt x="9893" y="3331"/>
                  <a:pt x="9592" y="3526"/>
                  <a:pt x="9291" y="3721"/>
                </a:cubicBezTo>
                <a:cubicBezTo>
                  <a:pt x="8839" y="4014"/>
                  <a:pt x="8386" y="4306"/>
                  <a:pt x="7933" y="4599"/>
                </a:cubicBezTo>
                <a:lnTo>
                  <a:pt x="7933" y="4599"/>
                </a:lnTo>
                <a:cubicBezTo>
                  <a:pt x="8515" y="3899"/>
                  <a:pt x="9095" y="3198"/>
                  <a:pt x="9677" y="2499"/>
                </a:cubicBezTo>
                <a:cubicBezTo>
                  <a:pt x="9890" y="2243"/>
                  <a:pt x="10103" y="1986"/>
                  <a:pt x="10316" y="1730"/>
                </a:cubicBezTo>
                <a:cubicBezTo>
                  <a:pt x="10383" y="1648"/>
                  <a:pt x="10334" y="1514"/>
                  <a:pt x="10230" y="1514"/>
                </a:cubicBezTo>
                <a:cubicBezTo>
                  <a:pt x="10219" y="1514"/>
                  <a:pt x="10206" y="1515"/>
                  <a:pt x="10194" y="1519"/>
                </a:cubicBezTo>
                <a:cubicBezTo>
                  <a:pt x="9229" y="1795"/>
                  <a:pt x="8347" y="2283"/>
                  <a:pt x="7514" y="2830"/>
                </a:cubicBezTo>
                <a:cubicBezTo>
                  <a:pt x="6674" y="3379"/>
                  <a:pt x="5872" y="3987"/>
                  <a:pt x="5019" y="4518"/>
                </a:cubicBezTo>
                <a:cubicBezTo>
                  <a:pt x="4584" y="4788"/>
                  <a:pt x="4137" y="5039"/>
                  <a:pt x="3668" y="5247"/>
                </a:cubicBezTo>
                <a:lnTo>
                  <a:pt x="3668" y="5247"/>
                </a:lnTo>
                <a:cubicBezTo>
                  <a:pt x="3659" y="4931"/>
                  <a:pt x="3916" y="4640"/>
                  <a:pt x="4112" y="4417"/>
                </a:cubicBezTo>
                <a:cubicBezTo>
                  <a:pt x="4413" y="4075"/>
                  <a:pt x="4712" y="3733"/>
                  <a:pt x="5013" y="3391"/>
                </a:cubicBezTo>
                <a:cubicBezTo>
                  <a:pt x="5607" y="2716"/>
                  <a:pt x="6202" y="2040"/>
                  <a:pt x="6796" y="1363"/>
                </a:cubicBezTo>
                <a:lnTo>
                  <a:pt x="7803" y="218"/>
                </a:lnTo>
                <a:cubicBezTo>
                  <a:pt x="7878" y="132"/>
                  <a:pt x="7812" y="1"/>
                  <a:pt x="7715" y="1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rgbClr val="E590E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6" name="Google Shape;168;p4"/>
          <p:cNvGrpSpPr/>
          <p:nvPr/>
        </p:nvGrpSpPr>
        <p:grpSpPr>
          <a:xfrm>
            <a:off x="-428400" y="2141640"/>
            <a:ext cx="917280" cy="1565640"/>
            <a:chOff x="-428400" y="2141640"/>
            <a:chExt cx="917280" cy="1565640"/>
          </a:xfrm>
        </p:grpSpPr>
        <p:sp>
          <p:nvSpPr>
            <p:cNvPr id="397" name="Google Shape;169;p4"/>
            <p:cNvSpPr/>
            <p:nvPr/>
          </p:nvSpPr>
          <p:spPr>
            <a:xfrm rot="10446600" flipV="1">
              <a:off x="-397080" y="3158640"/>
              <a:ext cx="752400" cy="496440"/>
            </a:xfrm>
            <a:custGeom>
              <a:avLst/>
              <a:gdLst>
                <a:gd name="textAreaLeft" fmla="*/ 0 w 752400"/>
                <a:gd name="textAreaRight" fmla="*/ 752760 w 752400"/>
                <a:gd name="textAreaTop" fmla="*/ -360 h 496440"/>
                <a:gd name="textAreaBottom" fmla="*/ 496440 h 496440"/>
              </a:gdLst>
              <a:ahLst/>
              <a:cxnLst/>
              <a:rect l="textAreaLeft" t="textAreaTop" r="textAreaRight" b="textAreaBottom"/>
              <a:pathLst>
                <a:path w="3862" h="2549">
                  <a:moveTo>
                    <a:pt x="3148" y="1"/>
                  </a:moveTo>
                  <a:cubicBezTo>
                    <a:pt x="3054" y="1"/>
                    <a:pt x="2964" y="19"/>
                    <a:pt x="2886" y="53"/>
                  </a:cubicBezTo>
                  <a:lnTo>
                    <a:pt x="979" y="904"/>
                  </a:lnTo>
                  <a:lnTo>
                    <a:pt x="1043" y="1045"/>
                  </a:lnTo>
                  <a:lnTo>
                    <a:pt x="2949" y="196"/>
                  </a:lnTo>
                  <a:cubicBezTo>
                    <a:pt x="3018" y="165"/>
                    <a:pt x="3086" y="152"/>
                    <a:pt x="3151" y="152"/>
                  </a:cubicBezTo>
                  <a:cubicBezTo>
                    <a:pt x="3362" y="152"/>
                    <a:pt x="3538" y="292"/>
                    <a:pt x="3608" y="413"/>
                  </a:cubicBezTo>
                  <a:cubicBezTo>
                    <a:pt x="3689" y="550"/>
                    <a:pt x="3687" y="730"/>
                    <a:pt x="3659" y="810"/>
                  </a:cubicBezTo>
                  <a:cubicBezTo>
                    <a:pt x="3616" y="934"/>
                    <a:pt x="3513" y="1043"/>
                    <a:pt x="3392" y="1097"/>
                  </a:cubicBezTo>
                  <a:lnTo>
                    <a:pt x="706" y="2369"/>
                  </a:lnTo>
                  <a:cubicBezTo>
                    <a:pt x="668" y="2385"/>
                    <a:pt x="628" y="2393"/>
                    <a:pt x="588" y="2393"/>
                  </a:cubicBezTo>
                  <a:cubicBezTo>
                    <a:pt x="440" y="2393"/>
                    <a:pt x="289" y="2291"/>
                    <a:pt x="221" y="2164"/>
                  </a:cubicBezTo>
                  <a:cubicBezTo>
                    <a:pt x="176" y="2081"/>
                    <a:pt x="170" y="1983"/>
                    <a:pt x="205" y="1890"/>
                  </a:cubicBezTo>
                  <a:cubicBezTo>
                    <a:pt x="241" y="1793"/>
                    <a:pt x="319" y="1713"/>
                    <a:pt x="418" y="1668"/>
                  </a:cubicBezTo>
                  <a:lnTo>
                    <a:pt x="2315" y="828"/>
                  </a:lnTo>
                  <a:cubicBezTo>
                    <a:pt x="2391" y="793"/>
                    <a:pt x="2450" y="776"/>
                    <a:pt x="2496" y="776"/>
                  </a:cubicBezTo>
                  <a:cubicBezTo>
                    <a:pt x="2562" y="776"/>
                    <a:pt x="2604" y="811"/>
                    <a:pt x="2641" y="884"/>
                  </a:cubicBezTo>
                  <a:cubicBezTo>
                    <a:pt x="2669" y="935"/>
                    <a:pt x="2672" y="993"/>
                    <a:pt x="2651" y="1043"/>
                  </a:cubicBezTo>
                  <a:cubicBezTo>
                    <a:pt x="2630" y="1099"/>
                    <a:pt x="2581" y="1146"/>
                    <a:pt x="2510" y="1177"/>
                  </a:cubicBezTo>
                  <a:lnTo>
                    <a:pt x="1073" y="1813"/>
                  </a:lnTo>
                  <a:lnTo>
                    <a:pt x="1136" y="1956"/>
                  </a:lnTo>
                  <a:lnTo>
                    <a:pt x="2574" y="1320"/>
                  </a:lnTo>
                  <a:cubicBezTo>
                    <a:pt x="2684" y="1269"/>
                    <a:pt x="2766" y="1189"/>
                    <a:pt x="2804" y="1092"/>
                  </a:cubicBezTo>
                  <a:cubicBezTo>
                    <a:pt x="2840" y="1000"/>
                    <a:pt x="2834" y="901"/>
                    <a:pt x="2788" y="810"/>
                  </a:cubicBezTo>
                  <a:cubicBezTo>
                    <a:pt x="2713" y="662"/>
                    <a:pt x="2606" y="619"/>
                    <a:pt x="2504" y="619"/>
                  </a:cubicBezTo>
                  <a:cubicBezTo>
                    <a:pt x="2401" y="619"/>
                    <a:pt x="2305" y="662"/>
                    <a:pt x="2251" y="685"/>
                  </a:cubicBezTo>
                  <a:lnTo>
                    <a:pt x="355" y="1527"/>
                  </a:lnTo>
                  <a:cubicBezTo>
                    <a:pt x="215" y="1589"/>
                    <a:pt x="104" y="1704"/>
                    <a:pt x="52" y="1842"/>
                  </a:cubicBezTo>
                  <a:cubicBezTo>
                    <a:pt x="1" y="1976"/>
                    <a:pt x="9" y="2118"/>
                    <a:pt x="76" y="2242"/>
                  </a:cubicBezTo>
                  <a:cubicBezTo>
                    <a:pt x="170" y="2420"/>
                    <a:pt x="376" y="2549"/>
                    <a:pt x="583" y="2549"/>
                  </a:cubicBezTo>
                  <a:cubicBezTo>
                    <a:pt x="646" y="2549"/>
                    <a:pt x="710" y="2537"/>
                    <a:pt x="771" y="2510"/>
                  </a:cubicBezTo>
                  <a:lnTo>
                    <a:pt x="3457" y="1238"/>
                  </a:lnTo>
                  <a:cubicBezTo>
                    <a:pt x="3618" y="1166"/>
                    <a:pt x="3755" y="1019"/>
                    <a:pt x="3813" y="855"/>
                  </a:cubicBezTo>
                  <a:cubicBezTo>
                    <a:pt x="3862" y="718"/>
                    <a:pt x="3841" y="522"/>
                    <a:pt x="3782" y="391"/>
                  </a:cubicBezTo>
                  <a:cubicBezTo>
                    <a:pt x="3774" y="371"/>
                    <a:pt x="3762" y="351"/>
                    <a:pt x="3751" y="331"/>
                  </a:cubicBezTo>
                  <a:cubicBezTo>
                    <a:pt x="3619" y="105"/>
                    <a:pt x="3374" y="1"/>
                    <a:pt x="3148" y="1"/>
                  </a:cubicBezTo>
                  <a:close/>
                </a:path>
              </a:pathLst>
            </a:custGeom>
            <a:solidFill>
              <a:schemeClr val="dk1"/>
            </a:solidFill>
            <a:ln w="22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70;p4"/>
            <p:cNvSpPr/>
            <p:nvPr/>
          </p:nvSpPr>
          <p:spPr>
            <a:xfrm rot="10446600" flipV="1">
              <a:off x="-404640" y="3173400"/>
              <a:ext cx="752400" cy="496440"/>
            </a:xfrm>
            <a:custGeom>
              <a:avLst/>
              <a:gdLst>
                <a:gd name="textAreaLeft" fmla="*/ 0 w 752400"/>
                <a:gd name="textAreaRight" fmla="*/ 752760 w 752400"/>
                <a:gd name="textAreaTop" fmla="*/ -360 h 496440"/>
                <a:gd name="textAreaBottom" fmla="*/ 496440 h 496440"/>
              </a:gdLst>
              <a:ahLst/>
              <a:cxnLst/>
              <a:rect l="textAreaLeft" t="textAreaTop" r="textAreaRight" b="textAreaBottom"/>
              <a:pathLst>
                <a:path w="3862" h="2549">
                  <a:moveTo>
                    <a:pt x="3148" y="1"/>
                  </a:moveTo>
                  <a:cubicBezTo>
                    <a:pt x="3054" y="1"/>
                    <a:pt x="2964" y="19"/>
                    <a:pt x="2886" y="53"/>
                  </a:cubicBezTo>
                  <a:lnTo>
                    <a:pt x="979" y="904"/>
                  </a:lnTo>
                  <a:lnTo>
                    <a:pt x="1043" y="1045"/>
                  </a:lnTo>
                  <a:lnTo>
                    <a:pt x="2949" y="196"/>
                  </a:lnTo>
                  <a:cubicBezTo>
                    <a:pt x="3018" y="165"/>
                    <a:pt x="3086" y="152"/>
                    <a:pt x="3150" y="152"/>
                  </a:cubicBezTo>
                  <a:cubicBezTo>
                    <a:pt x="3361" y="152"/>
                    <a:pt x="3538" y="291"/>
                    <a:pt x="3608" y="412"/>
                  </a:cubicBezTo>
                  <a:cubicBezTo>
                    <a:pt x="3689" y="550"/>
                    <a:pt x="3688" y="730"/>
                    <a:pt x="3659" y="809"/>
                  </a:cubicBezTo>
                  <a:cubicBezTo>
                    <a:pt x="3614" y="933"/>
                    <a:pt x="3513" y="1043"/>
                    <a:pt x="3393" y="1097"/>
                  </a:cubicBezTo>
                  <a:lnTo>
                    <a:pt x="706" y="2369"/>
                  </a:lnTo>
                  <a:cubicBezTo>
                    <a:pt x="668" y="2385"/>
                    <a:pt x="628" y="2393"/>
                    <a:pt x="588" y="2393"/>
                  </a:cubicBezTo>
                  <a:cubicBezTo>
                    <a:pt x="440" y="2393"/>
                    <a:pt x="289" y="2291"/>
                    <a:pt x="221" y="2164"/>
                  </a:cubicBezTo>
                  <a:cubicBezTo>
                    <a:pt x="175" y="2079"/>
                    <a:pt x="169" y="1983"/>
                    <a:pt x="205" y="1889"/>
                  </a:cubicBezTo>
                  <a:cubicBezTo>
                    <a:pt x="241" y="1793"/>
                    <a:pt x="319" y="1712"/>
                    <a:pt x="418" y="1668"/>
                  </a:cubicBezTo>
                  <a:lnTo>
                    <a:pt x="2315" y="827"/>
                  </a:lnTo>
                  <a:cubicBezTo>
                    <a:pt x="2391" y="793"/>
                    <a:pt x="2450" y="776"/>
                    <a:pt x="2496" y="776"/>
                  </a:cubicBezTo>
                  <a:cubicBezTo>
                    <a:pt x="2562" y="776"/>
                    <a:pt x="2604" y="810"/>
                    <a:pt x="2641" y="884"/>
                  </a:cubicBezTo>
                  <a:cubicBezTo>
                    <a:pt x="2669" y="935"/>
                    <a:pt x="2672" y="992"/>
                    <a:pt x="2651" y="1043"/>
                  </a:cubicBezTo>
                  <a:cubicBezTo>
                    <a:pt x="2630" y="1099"/>
                    <a:pt x="2581" y="1145"/>
                    <a:pt x="2510" y="1177"/>
                  </a:cubicBezTo>
                  <a:lnTo>
                    <a:pt x="1073" y="1813"/>
                  </a:lnTo>
                  <a:lnTo>
                    <a:pt x="1135" y="1956"/>
                  </a:lnTo>
                  <a:lnTo>
                    <a:pt x="2572" y="1320"/>
                  </a:lnTo>
                  <a:cubicBezTo>
                    <a:pt x="2685" y="1269"/>
                    <a:pt x="2767" y="1189"/>
                    <a:pt x="2804" y="1092"/>
                  </a:cubicBezTo>
                  <a:cubicBezTo>
                    <a:pt x="2840" y="1000"/>
                    <a:pt x="2834" y="899"/>
                    <a:pt x="2788" y="810"/>
                  </a:cubicBezTo>
                  <a:cubicBezTo>
                    <a:pt x="2713" y="662"/>
                    <a:pt x="2605" y="619"/>
                    <a:pt x="2503" y="619"/>
                  </a:cubicBezTo>
                  <a:cubicBezTo>
                    <a:pt x="2401" y="619"/>
                    <a:pt x="2304" y="662"/>
                    <a:pt x="2251" y="685"/>
                  </a:cubicBezTo>
                  <a:lnTo>
                    <a:pt x="355" y="1527"/>
                  </a:lnTo>
                  <a:cubicBezTo>
                    <a:pt x="214" y="1589"/>
                    <a:pt x="104" y="1704"/>
                    <a:pt x="53" y="1842"/>
                  </a:cubicBezTo>
                  <a:cubicBezTo>
                    <a:pt x="1" y="1976"/>
                    <a:pt x="9" y="2118"/>
                    <a:pt x="76" y="2241"/>
                  </a:cubicBezTo>
                  <a:cubicBezTo>
                    <a:pt x="170" y="2420"/>
                    <a:pt x="377" y="2549"/>
                    <a:pt x="583" y="2549"/>
                  </a:cubicBezTo>
                  <a:cubicBezTo>
                    <a:pt x="647" y="2549"/>
                    <a:pt x="710" y="2536"/>
                    <a:pt x="771" y="2510"/>
                  </a:cubicBezTo>
                  <a:lnTo>
                    <a:pt x="3457" y="1238"/>
                  </a:lnTo>
                  <a:cubicBezTo>
                    <a:pt x="3618" y="1166"/>
                    <a:pt x="3754" y="1019"/>
                    <a:pt x="3813" y="855"/>
                  </a:cubicBezTo>
                  <a:cubicBezTo>
                    <a:pt x="3862" y="717"/>
                    <a:pt x="3840" y="522"/>
                    <a:pt x="3783" y="391"/>
                  </a:cubicBezTo>
                  <a:cubicBezTo>
                    <a:pt x="3774" y="371"/>
                    <a:pt x="3762" y="351"/>
                    <a:pt x="3751" y="331"/>
                  </a:cubicBezTo>
                  <a:cubicBezTo>
                    <a:pt x="3619" y="105"/>
                    <a:pt x="3374" y="1"/>
                    <a:pt x="3148" y="1"/>
                  </a:cubicBezTo>
                  <a:close/>
                </a:path>
              </a:pathLst>
            </a:custGeom>
            <a:solidFill>
              <a:schemeClr val="accent1"/>
            </a:solidFill>
            <a:ln w="2225">
              <a:solidFill>
                <a:srgbClr val="FF81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71;p4"/>
            <p:cNvSpPr/>
            <p:nvPr/>
          </p:nvSpPr>
          <p:spPr>
            <a:xfrm rot="10446600" flipV="1">
              <a:off x="-393840" y="3206520"/>
              <a:ext cx="225000" cy="6372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-360 h 63720"/>
                <a:gd name="textAreaBottom" fmla="*/ 63720 h 63720"/>
              </a:gdLst>
              <a:ahLst/>
              <a:cxnLst/>
              <a:rect l="textAreaLeft" t="textAreaTop" r="textAreaRight" b="textAreaBottom"/>
              <a:pathLst>
                <a:path w="1156" h="329">
                  <a:moveTo>
                    <a:pt x="595" y="1"/>
                  </a:moveTo>
                  <a:cubicBezTo>
                    <a:pt x="487" y="1"/>
                    <a:pt x="383" y="28"/>
                    <a:pt x="284" y="64"/>
                  </a:cubicBezTo>
                  <a:cubicBezTo>
                    <a:pt x="233" y="87"/>
                    <a:pt x="185" y="112"/>
                    <a:pt x="136" y="136"/>
                  </a:cubicBezTo>
                  <a:cubicBezTo>
                    <a:pt x="91" y="166"/>
                    <a:pt x="45" y="195"/>
                    <a:pt x="0" y="228"/>
                  </a:cubicBezTo>
                  <a:cubicBezTo>
                    <a:pt x="52" y="208"/>
                    <a:pt x="101" y="186"/>
                    <a:pt x="150" y="165"/>
                  </a:cubicBezTo>
                  <a:cubicBezTo>
                    <a:pt x="200" y="148"/>
                    <a:pt x="251" y="129"/>
                    <a:pt x="301" y="113"/>
                  </a:cubicBezTo>
                  <a:cubicBezTo>
                    <a:pt x="396" y="90"/>
                    <a:pt x="490" y="66"/>
                    <a:pt x="586" y="66"/>
                  </a:cubicBezTo>
                  <a:cubicBezTo>
                    <a:pt x="594" y="66"/>
                    <a:pt x="601" y="67"/>
                    <a:pt x="609" y="67"/>
                  </a:cubicBezTo>
                  <a:cubicBezTo>
                    <a:pt x="815" y="68"/>
                    <a:pt x="1018" y="162"/>
                    <a:pt x="1156" y="329"/>
                  </a:cubicBezTo>
                  <a:cubicBezTo>
                    <a:pt x="1110" y="231"/>
                    <a:pt x="1028" y="149"/>
                    <a:pt x="933" y="91"/>
                  </a:cubicBezTo>
                  <a:cubicBezTo>
                    <a:pt x="836" y="32"/>
                    <a:pt x="723" y="4"/>
                    <a:pt x="611" y="1"/>
                  </a:cubicBezTo>
                  <a:cubicBezTo>
                    <a:pt x="605" y="1"/>
                    <a:pt x="600" y="1"/>
                    <a:pt x="595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72;p4"/>
            <p:cNvSpPr/>
            <p:nvPr/>
          </p:nvSpPr>
          <p:spPr>
            <a:xfrm rot="10446600" flipV="1">
              <a:off x="199440" y="3562200"/>
              <a:ext cx="148680" cy="6804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-360 h 68040"/>
                <a:gd name="textAreaBottom" fmla="*/ 68040 h 68040"/>
              </a:gdLst>
              <a:ahLst/>
              <a:cxnLst/>
              <a:rect l="textAreaLeft" t="textAreaTop" r="textAreaRight" b="textAreaBottom"/>
              <a:pathLst>
                <a:path w="765" h="351">
                  <a:moveTo>
                    <a:pt x="0" y="1"/>
                  </a:moveTo>
                  <a:cubicBezTo>
                    <a:pt x="20" y="74"/>
                    <a:pt x="62" y="143"/>
                    <a:pt x="115" y="202"/>
                  </a:cubicBezTo>
                  <a:cubicBezTo>
                    <a:pt x="169" y="261"/>
                    <a:pt x="239" y="307"/>
                    <a:pt x="317" y="330"/>
                  </a:cubicBezTo>
                  <a:cubicBezTo>
                    <a:pt x="360" y="343"/>
                    <a:pt x="406" y="350"/>
                    <a:pt x="452" y="350"/>
                  </a:cubicBezTo>
                  <a:cubicBezTo>
                    <a:pt x="487" y="350"/>
                    <a:pt x="522" y="346"/>
                    <a:pt x="556" y="335"/>
                  </a:cubicBezTo>
                  <a:cubicBezTo>
                    <a:pt x="594" y="329"/>
                    <a:pt x="630" y="309"/>
                    <a:pt x="666" y="296"/>
                  </a:cubicBezTo>
                  <a:cubicBezTo>
                    <a:pt x="700" y="276"/>
                    <a:pt x="733" y="256"/>
                    <a:pt x="764" y="234"/>
                  </a:cubicBezTo>
                  <a:lnTo>
                    <a:pt x="764" y="234"/>
                  </a:lnTo>
                  <a:cubicBezTo>
                    <a:pt x="689" y="254"/>
                    <a:pt x="619" y="279"/>
                    <a:pt x="547" y="286"/>
                  </a:cubicBezTo>
                  <a:cubicBezTo>
                    <a:pt x="526" y="289"/>
                    <a:pt x="505" y="290"/>
                    <a:pt x="485" y="290"/>
                  </a:cubicBezTo>
                  <a:cubicBezTo>
                    <a:pt x="434" y="290"/>
                    <a:pt x="384" y="282"/>
                    <a:pt x="335" y="269"/>
                  </a:cubicBezTo>
                  <a:cubicBezTo>
                    <a:pt x="200" y="228"/>
                    <a:pt x="89" y="123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73;p4"/>
            <p:cNvSpPr/>
            <p:nvPr/>
          </p:nvSpPr>
          <p:spPr>
            <a:xfrm rot="10446600" flipV="1">
              <a:off x="-311040" y="3415320"/>
              <a:ext cx="276840" cy="13320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360 h 133200"/>
                <a:gd name="textAreaBottom" fmla="*/ 133920 h 133200"/>
              </a:gdLst>
              <a:ahLst/>
              <a:cxnLst/>
              <a:rect l="textAreaLeft" t="textAreaTop" r="textAreaRight" b="textAreaBottom"/>
              <a:pathLst>
                <a:path w="1423" h="686">
                  <a:moveTo>
                    <a:pt x="1422" y="1"/>
                  </a:moveTo>
                  <a:cubicBezTo>
                    <a:pt x="1297" y="45"/>
                    <a:pt x="1176" y="97"/>
                    <a:pt x="1055" y="149"/>
                  </a:cubicBezTo>
                  <a:cubicBezTo>
                    <a:pt x="934" y="201"/>
                    <a:pt x="815" y="257"/>
                    <a:pt x="697" y="313"/>
                  </a:cubicBezTo>
                  <a:cubicBezTo>
                    <a:pt x="579" y="372"/>
                    <a:pt x="461" y="429"/>
                    <a:pt x="344" y="491"/>
                  </a:cubicBezTo>
                  <a:cubicBezTo>
                    <a:pt x="228" y="553"/>
                    <a:pt x="113" y="617"/>
                    <a:pt x="0" y="686"/>
                  </a:cubicBezTo>
                  <a:cubicBezTo>
                    <a:pt x="124" y="641"/>
                    <a:pt x="247" y="589"/>
                    <a:pt x="367" y="537"/>
                  </a:cubicBezTo>
                  <a:cubicBezTo>
                    <a:pt x="488" y="486"/>
                    <a:pt x="606" y="429"/>
                    <a:pt x="726" y="373"/>
                  </a:cubicBezTo>
                  <a:cubicBezTo>
                    <a:pt x="844" y="316"/>
                    <a:pt x="962" y="258"/>
                    <a:pt x="1077" y="195"/>
                  </a:cubicBezTo>
                  <a:cubicBezTo>
                    <a:pt x="1193" y="133"/>
                    <a:pt x="1310" y="71"/>
                    <a:pt x="142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74;p4"/>
            <p:cNvSpPr/>
            <p:nvPr/>
          </p:nvSpPr>
          <p:spPr>
            <a:xfrm rot="10446600" flipV="1">
              <a:off x="-96840" y="3308760"/>
              <a:ext cx="369720" cy="16380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-360 h 163800"/>
                <a:gd name="textAreaBottom" fmla="*/ 163800 h 163800"/>
              </a:gdLst>
              <a:ahLst/>
              <a:cxnLst/>
              <a:rect l="textAreaLeft" t="textAreaTop" r="textAreaRight" b="textAreaBottom"/>
              <a:pathLst>
                <a:path w="1898" h="843">
                  <a:moveTo>
                    <a:pt x="1898" y="1"/>
                  </a:moveTo>
                  <a:lnTo>
                    <a:pt x="1898" y="1"/>
                  </a:lnTo>
                  <a:cubicBezTo>
                    <a:pt x="1734" y="58"/>
                    <a:pt x="1572" y="123"/>
                    <a:pt x="1413" y="188"/>
                  </a:cubicBezTo>
                  <a:cubicBezTo>
                    <a:pt x="1253" y="254"/>
                    <a:pt x="1095" y="324"/>
                    <a:pt x="935" y="390"/>
                  </a:cubicBezTo>
                  <a:cubicBezTo>
                    <a:pt x="778" y="464"/>
                    <a:pt x="620" y="533"/>
                    <a:pt x="464" y="608"/>
                  </a:cubicBezTo>
                  <a:cubicBezTo>
                    <a:pt x="309" y="683"/>
                    <a:pt x="154" y="759"/>
                    <a:pt x="1" y="842"/>
                  </a:cubicBezTo>
                  <a:cubicBezTo>
                    <a:pt x="164" y="785"/>
                    <a:pt x="325" y="720"/>
                    <a:pt x="485" y="655"/>
                  </a:cubicBezTo>
                  <a:cubicBezTo>
                    <a:pt x="646" y="589"/>
                    <a:pt x="803" y="519"/>
                    <a:pt x="962" y="451"/>
                  </a:cubicBezTo>
                  <a:cubicBezTo>
                    <a:pt x="1119" y="379"/>
                    <a:pt x="1277" y="310"/>
                    <a:pt x="1433" y="234"/>
                  </a:cubicBezTo>
                  <a:cubicBezTo>
                    <a:pt x="1590" y="159"/>
                    <a:pt x="1745" y="84"/>
                    <a:pt x="189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75;p4"/>
            <p:cNvSpPr/>
            <p:nvPr/>
          </p:nvSpPr>
          <p:spPr>
            <a:xfrm rot="10446600" flipV="1">
              <a:off x="63360" y="2158200"/>
              <a:ext cx="369360" cy="79596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-360 h 795960"/>
                <a:gd name="textAreaBottom" fmla="*/ 795960 h 795960"/>
              </a:gdLst>
              <a:ahLst/>
              <a:cxnLst/>
              <a:rect l="textAreaLeft" t="textAreaTop" r="textAreaRight" b="textAreaBottom"/>
              <a:pathLst>
                <a:path w="1896" h="4085">
                  <a:moveTo>
                    <a:pt x="592" y="0"/>
                  </a:moveTo>
                  <a:cubicBezTo>
                    <a:pt x="556" y="0"/>
                    <a:pt x="521" y="4"/>
                    <a:pt x="485" y="13"/>
                  </a:cubicBezTo>
                  <a:cubicBezTo>
                    <a:pt x="228" y="70"/>
                    <a:pt x="0" y="335"/>
                    <a:pt x="43" y="611"/>
                  </a:cubicBezTo>
                  <a:lnTo>
                    <a:pt x="559" y="3538"/>
                  </a:lnTo>
                  <a:cubicBezTo>
                    <a:pt x="585" y="3714"/>
                    <a:pt x="691" y="3883"/>
                    <a:pt x="833" y="3984"/>
                  </a:cubicBezTo>
                  <a:cubicBezTo>
                    <a:pt x="929" y="4051"/>
                    <a:pt x="1071" y="4084"/>
                    <a:pt x="1197" y="4084"/>
                  </a:cubicBezTo>
                  <a:cubicBezTo>
                    <a:pt x="1229" y="4084"/>
                    <a:pt x="1260" y="4082"/>
                    <a:pt x="1288" y="4078"/>
                  </a:cubicBezTo>
                  <a:cubicBezTo>
                    <a:pt x="1310" y="4073"/>
                    <a:pt x="1333" y="4069"/>
                    <a:pt x="1354" y="4063"/>
                  </a:cubicBezTo>
                  <a:cubicBezTo>
                    <a:pt x="1713" y="3967"/>
                    <a:pt x="1895" y="3590"/>
                    <a:pt x="1851" y="3302"/>
                  </a:cubicBezTo>
                  <a:lnTo>
                    <a:pt x="1537" y="1239"/>
                  </a:lnTo>
                  <a:lnTo>
                    <a:pt x="1383" y="1262"/>
                  </a:lnTo>
                  <a:lnTo>
                    <a:pt x="1698" y="3325"/>
                  </a:lnTo>
                  <a:cubicBezTo>
                    <a:pt x="1746" y="3643"/>
                    <a:pt x="1491" y="3856"/>
                    <a:pt x="1314" y="3904"/>
                  </a:cubicBezTo>
                  <a:cubicBezTo>
                    <a:pt x="1274" y="3915"/>
                    <a:pt x="1232" y="3919"/>
                    <a:pt x="1190" y="3919"/>
                  </a:cubicBezTo>
                  <a:cubicBezTo>
                    <a:pt x="1077" y="3919"/>
                    <a:pt x="969" y="3883"/>
                    <a:pt x="918" y="3848"/>
                  </a:cubicBezTo>
                  <a:cubicBezTo>
                    <a:pt x="810" y="3773"/>
                    <a:pt x="731" y="3645"/>
                    <a:pt x="711" y="3514"/>
                  </a:cubicBezTo>
                  <a:lnTo>
                    <a:pt x="196" y="587"/>
                  </a:lnTo>
                  <a:cubicBezTo>
                    <a:pt x="167" y="395"/>
                    <a:pt x="343" y="213"/>
                    <a:pt x="521" y="172"/>
                  </a:cubicBezTo>
                  <a:cubicBezTo>
                    <a:pt x="545" y="167"/>
                    <a:pt x="568" y="165"/>
                    <a:pt x="592" y="165"/>
                  </a:cubicBezTo>
                  <a:cubicBezTo>
                    <a:pt x="662" y="165"/>
                    <a:pt x="730" y="187"/>
                    <a:pt x="790" y="230"/>
                  </a:cubicBezTo>
                  <a:cubicBezTo>
                    <a:pt x="874" y="292"/>
                    <a:pt x="931" y="387"/>
                    <a:pt x="947" y="495"/>
                  </a:cubicBezTo>
                  <a:lnTo>
                    <a:pt x="1257" y="2545"/>
                  </a:lnTo>
                  <a:cubicBezTo>
                    <a:pt x="1287" y="2745"/>
                    <a:pt x="1252" y="2819"/>
                    <a:pt x="1116" y="2846"/>
                  </a:cubicBezTo>
                  <a:cubicBezTo>
                    <a:pt x="1101" y="2849"/>
                    <a:pt x="1086" y="2851"/>
                    <a:pt x="1071" y="2851"/>
                  </a:cubicBezTo>
                  <a:cubicBezTo>
                    <a:pt x="1030" y="2851"/>
                    <a:pt x="992" y="2838"/>
                    <a:pt x="959" y="2814"/>
                  </a:cubicBezTo>
                  <a:cubicBezTo>
                    <a:pt x="911" y="2778"/>
                    <a:pt x="878" y="2718"/>
                    <a:pt x="867" y="2642"/>
                  </a:cubicBezTo>
                  <a:lnTo>
                    <a:pt x="633" y="1087"/>
                  </a:lnTo>
                  <a:lnTo>
                    <a:pt x="481" y="1110"/>
                  </a:lnTo>
                  <a:lnTo>
                    <a:pt x="714" y="2665"/>
                  </a:lnTo>
                  <a:cubicBezTo>
                    <a:pt x="733" y="2786"/>
                    <a:pt x="787" y="2886"/>
                    <a:pt x="871" y="2948"/>
                  </a:cubicBezTo>
                  <a:cubicBezTo>
                    <a:pt x="930" y="2992"/>
                    <a:pt x="1001" y="3015"/>
                    <a:pt x="1074" y="3015"/>
                  </a:cubicBezTo>
                  <a:cubicBezTo>
                    <a:pt x="1098" y="3015"/>
                    <a:pt x="1123" y="3012"/>
                    <a:pt x="1147" y="3007"/>
                  </a:cubicBezTo>
                  <a:cubicBezTo>
                    <a:pt x="1474" y="2941"/>
                    <a:pt x="1428" y="2637"/>
                    <a:pt x="1411" y="2522"/>
                  </a:cubicBezTo>
                  <a:lnTo>
                    <a:pt x="1101" y="472"/>
                  </a:lnTo>
                  <a:cubicBezTo>
                    <a:pt x="1078" y="319"/>
                    <a:pt x="996" y="182"/>
                    <a:pt x="877" y="96"/>
                  </a:cubicBezTo>
                  <a:cubicBezTo>
                    <a:pt x="791" y="33"/>
                    <a:pt x="693" y="0"/>
                    <a:pt x="592" y="0"/>
                  </a:cubicBezTo>
                  <a:close/>
                </a:path>
              </a:pathLst>
            </a:custGeom>
            <a:solidFill>
              <a:schemeClr val="dk1"/>
            </a:solidFill>
            <a:ln w="22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76;p4"/>
            <p:cNvSpPr/>
            <p:nvPr/>
          </p:nvSpPr>
          <p:spPr>
            <a:xfrm rot="10446600" flipV="1">
              <a:off x="79920" y="2161440"/>
              <a:ext cx="369000" cy="795960"/>
            </a:xfrm>
            <a:custGeom>
              <a:avLst/>
              <a:gdLst>
                <a:gd name="textAreaLeft" fmla="*/ 0 w 369000"/>
                <a:gd name="textAreaRight" fmla="*/ 369360 w 369000"/>
                <a:gd name="textAreaTop" fmla="*/ -360 h 795960"/>
                <a:gd name="textAreaBottom" fmla="*/ 795960 h 795960"/>
              </a:gdLst>
              <a:ahLst/>
              <a:cxnLst/>
              <a:rect l="textAreaLeft" t="textAreaTop" r="textAreaRight" b="textAreaBottom"/>
              <a:pathLst>
                <a:path w="1895" h="4084">
                  <a:moveTo>
                    <a:pt x="589" y="1"/>
                  </a:moveTo>
                  <a:cubicBezTo>
                    <a:pt x="555" y="1"/>
                    <a:pt x="520" y="4"/>
                    <a:pt x="486" y="12"/>
                  </a:cubicBezTo>
                  <a:cubicBezTo>
                    <a:pt x="228" y="71"/>
                    <a:pt x="1" y="334"/>
                    <a:pt x="42" y="612"/>
                  </a:cubicBezTo>
                  <a:lnTo>
                    <a:pt x="558" y="3539"/>
                  </a:lnTo>
                  <a:cubicBezTo>
                    <a:pt x="585" y="3713"/>
                    <a:pt x="690" y="3884"/>
                    <a:pt x="834" y="3984"/>
                  </a:cubicBezTo>
                  <a:cubicBezTo>
                    <a:pt x="929" y="4050"/>
                    <a:pt x="1071" y="4084"/>
                    <a:pt x="1196" y="4084"/>
                  </a:cubicBezTo>
                  <a:cubicBezTo>
                    <a:pt x="1228" y="4084"/>
                    <a:pt x="1259" y="4082"/>
                    <a:pt x="1287" y="4077"/>
                  </a:cubicBezTo>
                  <a:cubicBezTo>
                    <a:pt x="1310" y="4074"/>
                    <a:pt x="1332" y="4069"/>
                    <a:pt x="1355" y="4063"/>
                  </a:cubicBezTo>
                  <a:cubicBezTo>
                    <a:pt x="1712" y="3966"/>
                    <a:pt x="1894" y="3589"/>
                    <a:pt x="1851" y="3302"/>
                  </a:cubicBezTo>
                  <a:lnTo>
                    <a:pt x="1536" y="1238"/>
                  </a:lnTo>
                  <a:lnTo>
                    <a:pt x="1384" y="1261"/>
                  </a:lnTo>
                  <a:lnTo>
                    <a:pt x="1697" y="3325"/>
                  </a:lnTo>
                  <a:cubicBezTo>
                    <a:pt x="1746" y="3644"/>
                    <a:pt x="1490" y="3856"/>
                    <a:pt x="1313" y="3903"/>
                  </a:cubicBezTo>
                  <a:cubicBezTo>
                    <a:pt x="1273" y="3914"/>
                    <a:pt x="1231" y="3919"/>
                    <a:pt x="1189" y="3919"/>
                  </a:cubicBezTo>
                  <a:cubicBezTo>
                    <a:pt x="1076" y="3919"/>
                    <a:pt x="968" y="3883"/>
                    <a:pt x="917" y="3847"/>
                  </a:cubicBezTo>
                  <a:cubicBezTo>
                    <a:pt x="809" y="3772"/>
                    <a:pt x="730" y="3644"/>
                    <a:pt x="710" y="3515"/>
                  </a:cubicBezTo>
                  <a:lnTo>
                    <a:pt x="195" y="588"/>
                  </a:lnTo>
                  <a:cubicBezTo>
                    <a:pt x="168" y="396"/>
                    <a:pt x="342" y="213"/>
                    <a:pt x="520" y="173"/>
                  </a:cubicBezTo>
                  <a:cubicBezTo>
                    <a:pt x="545" y="168"/>
                    <a:pt x="569" y="165"/>
                    <a:pt x="594" y="165"/>
                  </a:cubicBezTo>
                  <a:cubicBezTo>
                    <a:pt x="663" y="165"/>
                    <a:pt x="731" y="187"/>
                    <a:pt x="791" y="231"/>
                  </a:cubicBezTo>
                  <a:cubicBezTo>
                    <a:pt x="874" y="291"/>
                    <a:pt x="930" y="388"/>
                    <a:pt x="948" y="494"/>
                  </a:cubicBezTo>
                  <a:lnTo>
                    <a:pt x="1256" y="2546"/>
                  </a:lnTo>
                  <a:cubicBezTo>
                    <a:pt x="1286" y="2746"/>
                    <a:pt x="1253" y="2818"/>
                    <a:pt x="1115" y="2847"/>
                  </a:cubicBezTo>
                  <a:cubicBezTo>
                    <a:pt x="1100" y="2850"/>
                    <a:pt x="1086" y="2851"/>
                    <a:pt x="1072" y="2851"/>
                  </a:cubicBezTo>
                  <a:cubicBezTo>
                    <a:pt x="1031" y="2851"/>
                    <a:pt x="991" y="2839"/>
                    <a:pt x="959" y="2814"/>
                  </a:cubicBezTo>
                  <a:cubicBezTo>
                    <a:pt x="910" y="2778"/>
                    <a:pt x="879" y="2719"/>
                    <a:pt x="867" y="2643"/>
                  </a:cubicBezTo>
                  <a:lnTo>
                    <a:pt x="634" y="1087"/>
                  </a:lnTo>
                  <a:lnTo>
                    <a:pt x="480" y="1110"/>
                  </a:lnTo>
                  <a:lnTo>
                    <a:pt x="713" y="2666"/>
                  </a:lnTo>
                  <a:cubicBezTo>
                    <a:pt x="732" y="2786"/>
                    <a:pt x="788" y="2886"/>
                    <a:pt x="871" y="2948"/>
                  </a:cubicBezTo>
                  <a:cubicBezTo>
                    <a:pt x="931" y="2992"/>
                    <a:pt x="1002" y="3015"/>
                    <a:pt x="1075" y="3015"/>
                  </a:cubicBezTo>
                  <a:cubicBezTo>
                    <a:pt x="1099" y="3015"/>
                    <a:pt x="1123" y="3013"/>
                    <a:pt x="1148" y="3008"/>
                  </a:cubicBezTo>
                  <a:cubicBezTo>
                    <a:pt x="1473" y="2942"/>
                    <a:pt x="1427" y="2637"/>
                    <a:pt x="1410" y="2523"/>
                  </a:cubicBezTo>
                  <a:lnTo>
                    <a:pt x="1100" y="471"/>
                  </a:lnTo>
                  <a:cubicBezTo>
                    <a:pt x="1077" y="320"/>
                    <a:pt x="997" y="183"/>
                    <a:pt x="877" y="95"/>
                  </a:cubicBezTo>
                  <a:cubicBezTo>
                    <a:pt x="790" y="33"/>
                    <a:pt x="690" y="1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 w="2225">
              <a:solidFill>
                <a:srgbClr val="FFD6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77;p4"/>
            <p:cNvSpPr/>
            <p:nvPr/>
          </p:nvSpPr>
          <p:spPr>
            <a:xfrm rot="10446600" flipV="1">
              <a:off x="123120" y="2741760"/>
              <a:ext cx="96480" cy="21132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-360 h 211320"/>
                <a:gd name="textAreaBottom" fmla="*/ 211320 h 211320"/>
              </a:gdLst>
              <a:ahLst/>
              <a:cxnLst/>
              <a:rect l="textAreaLeft" t="textAreaTop" r="textAreaRight" b="textAreaBottom"/>
              <a:pathLst>
                <a:path w="496" h="1088">
                  <a:moveTo>
                    <a:pt x="405" y="1"/>
                  </a:moveTo>
                  <a:cubicBezTo>
                    <a:pt x="410" y="55"/>
                    <a:pt x="420" y="107"/>
                    <a:pt x="425" y="161"/>
                  </a:cubicBezTo>
                  <a:cubicBezTo>
                    <a:pt x="430" y="214"/>
                    <a:pt x="436" y="267"/>
                    <a:pt x="437" y="320"/>
                  </a:cubicBezTo>
                  <a:cubicBezTo>
                    <a:pt x="434" y="425"/>
                    <a:pt x="431" y="530"/>
                    <a:pt x="400" y="630"/>
                  </a:cubicBezTo>
                  <a:cubicBezTo>
                    <a:pt x="343" y="828"/>
                    <a:pt x="200" y="998"/>
                    <a:pt x="1" y="1087"/>
                  </a:cubicBezTo>
                  <a:cubicBezTo>
                    <a:pt x="109" y="1069"/>
                    <a:pt x="210" y="1012"/>
                    <a:pt x="290" y="935"/>
                  </a:cubicBezTo>
                  <a:cubicBezTo>
                    <a:pt x="372" y="858"/>
                    <a:pt x="430" y="756"/>
                    <a:pt x="463" y="648"/>
                  </a:cubicBezTo>
                  <a:cubicBezTo>
                    <a:pt x="496" y="540"/>
                    <a:pt x="496" y="427"/>
                    <a:pt x="487" y="317"/>
                  </a:cubicBezTo>
                  <a:cubicBezTo>
                    <a:pt x="479" y="263"/>
                    <a:pt x="469" y="208"/>
                    <a:pt x="459" y="155"/>
                  </a:cubicBezTo>
                  <a:cubicBezTo>
                    <a:pt x="440" y="103"/>
                    <a:pt x="424" y="51"/>
                    <a:pt x="405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78;p4"/>
            <p:cNvSpPr/>
            <p:nvPr/>
          </p:nvSpPr>
          <p:spPr>
            <a:xfrm rot="10446600" flipV="1">
              <a:off x="304920" y="2162520"/>
              <a:ext cx="92160" cy="1310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131040"/>
                <a:gd name="textAreaBottom" fmla="*/ 131760 h 131040"/>
              </a:gdLst>
              <a:ahLst/>
              <a:cxnLst/>
              <a:rect l="textAreaLeft" t="textAreaTop" r="textAreaRight" b="textAreaBottom"/>
              <a:pathLst>
                <a:path w="474" h="675">
                  <a:moveTo>
                    <a:pt x="474" y="0"/>
                  </a:moveTo>
                  <a:cubicBezTo>
                    <a:pt x="396" y="0"/>
                    <a:pt x="320" y="23"/>
                    <a:pt x="249" y="58"/>
                  </a:cubicBezTo>
                  <a:cubicBezTo>
                    <a:pt x="179" y="94"/>
                    <a:pt x="115" y="150"/>
                    <a:pt x="71" y="217"/>
                  </a:cubicBezTo>
                  <a:cubicBezTo>
                    <a:pt x="29" y="286"/>
                    <a:pt x="0" y="367"/>
                    <a:pt x="3" y="448"/>
                  </a:cubicBezTo>
                  <a:cubicBezTo>
                    <a:pt x="0" y="486"/>
                    <a:pt x="10" y="525"/>
                    <a:pt x="13" y="564"/>
                  </a:cubicBezTo>
                  <a:cubicBezTo>
                    <a:pt x="23" y="602"/>
                    <a:pt x="33" y="639"/>
                    <a:pt x="46" y="675"/>
                  </a:cubicBezTo>
                  <a:cubicBezTo>
                    <a:pt x="46" y="597"/>
                    <a:pt x="42" y="524"/>
                    <a:pt x="55" y="452"/>
                  </a:cubicBezTo>
                  <a:cubicBezTo>
                    <a:pt x="64" y="380"/>
                    <a:pt x="91" y="312"/>
                    <a:pt x="127" y="253"/>
                  </a:cubicBezTo>
                  <a:cubicBezTo>
                    <a:pt x="202" y="132"/>
                    <a:pt x="333" y="55"/>
                    <a:pt x="474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79;p4"/>
            <p:cNvSpPr/>
            <p:nvPr/>
          </p:nvSpPr>
          <p:spPr>
            <a:xfrm rot="10446600" flipV="1">
              <a:off x="338400" y="2533680"/>
              <a:ext cx="55440" cy="3020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-360 h 302040"/>
                <a:gd name="textAreaBottom" fmla="*/ 302040 h 302040"/>
              </a:gdLst>
              <a:ahLst/>
              <a:cxnLst/>
              <a:rect l="textAreaLeft" t="textAreaTop" r="textAreaRight" b="textAreaBottom"/>
              <a:pathLst>
                <a:path w="286" h="1553">
                  <a:moveTo>
                    <a:pt x="1" y="1"/>
                  </a:moveTo>
                  <a:cubicBezTo>
                    <a:pt x="11" y="133"/>
                    <a:pt x="28" y="263"/>
                    <a:pt x="47" y="394"/>
                  </a:cubicBezTo>
                  <a:cubicBezTo>
                    <a:pt x="65" y="525"/>
                    <a:pt x="87" y="653"/>
                    <a:pt x="110" y="782"/>
                  </a:cubicBezTo>
                  <a:cubicBezTo>
                    <a:pt x="135" y="912"/>
                    <a:pt x="159" y="1041"/>
                    <a:pt x="189" y="1169"/>
                  </a:cubicBezTo>
                  <a:cubicBezTo>
                    <a:pt x="218" y="1297"/>
                    <a:pt x="248" y="1425"/>
                    <a:pt x="286" y="1552"/>
                  </a:cubicBezTo>
                  <a:cubicBezTo>
                    <a:pt x="276" y="1421"/>
                    <a:pt x="257" y="1290"/>
                    <a:pt x="240" y="1161"/>
                  </a:cubicBezTo>
                  <a:cubicBezTo>
                    <a:pt x="221" y="1030"/>
                    <a:pt x="199" y="900"/>
                    <a:pt x="176" y="771"/>
                  </a:cubicBezTo>
                  <a:cubicBezTo>
                    <a:pt x="152" y="641"/>
                    <a:pt x="127" y="513"/>
                    <a:pt x="97" y="385"/>
                  </a:cubicBezTo>
                  <a:cubicBezTo>
                    <a:pt x="68" y="256"/>
                    <a:pt x="38" y="127"/>
                    <a:pt x="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80;p4"/>
            <p:cNvSpPr/>
            <p:nvPr/>
          </p:nvSpPr>
          <p:spPr>
            <a:xfrm rot="10446600" flipV="1">
              <a:off x="177840" y="2257560"/>
              <a:ext cx="60120" cy="39960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360 h 399600"/>
                <a:gd name="textAreaBottom" fmla="*/ 400320 h 399600"/>
              </a:gdLst>
              <a:ahLst/>
              <a:cxnLst/>
              <a:rect l="textAreaLeft" t="textAreaTop" r="textAreaRight" b="textAreaBottom"/>
              <a:pathLst>
                <a:path w="310" h="2052">
                  <a:moveTo>
                    <a:pt x="0" y="1"/>
                  </a:moveTo>
                  <a:cubicBezTo>
                    <a:pt x="13" y="173"/>
                    <a:pt x="32" y="345"/>
                    <a:pt x="52" y="517"/>
                  </a:cubicBezTo>
                  <a:cubicBezTo>
                    <a:pt x="74" y="688"/>
                    <a:pt x="98" y="860"/>
                    <a:pt x="122" y="1031"/>
                  </a:cubicBezTo>
                  <a:cubicBezTo>
                    <a:pt x="151" y="1201"/>
                    <a:pt x="176" y="1372"/>
                    <a:pt x="207" y="1543"/>
                  </a:cubicBezTo>
                  <a:cubicBezTo>
                    <a:pt x="238" y="1713"/>
                    <a:pt x="271" y="1883"/>
                    <a:pt x="310" y="2051"/>
                  </a:cubicBezTo>
                  <a:cubicBezTo>
                    <a:pt x="297" y="1879"/>
                    <a:pt x="278" y="1707"/>
                    <a:pt x="258" y="1535"/>
                  </a:cubicBezTo>
                  <a:cubicBezTo>
                    <a:pt x="236" y="1363"/>
                    <a:pt x="210" y="1192"/>
                    <a:pt x="187" y="1021"/>
                  </a:cubicBezTo>
                  <a:cubicBezTo>
                    <a:pt x="160" y="851"/>
                    <a:pt x="134" y="680"/>
                    <a:pt x="102" y="510"/>
                  </a:cubicBezTo>
                  <a:cubicBezTo>
                    <a:pt x="72" y="339"/>
                    <a:pt x="40" y="1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9" name="Google Shape;181;p4"/>
          <p:cNvGrpSpPr/>
          <p:nvPr/>
        </p:nvGrpSpPr>
        <p:grpSpPr>
          <a:xfrm>
            <a:off x="8071560" y="4139280"/>
            <a:ext cx="1903320" cy="1585800"/>
            <a:chOff x="8071560" y="4139280"/>
            <a:chExt cx="1903320" cy="1585800"/>
          </a:xfrm>
        </p:grpSpPr>
        <p:sp>
          <p:nvSpPr>
            <p:cNvPr id="410" name="Google Shape;182;p4"/>
            <p:cNvSpPr/>
            <p:nvPr/>
          </p:nvSpPr>
          <p:spPr>
            <a:xfrm rot="468000">
              <a:off x="8156160" y="4285800"/>
              <a:ext cx="1736640" cy="1327320"/>
            </a:xfrm>
            <a:custGeom>
              <a:avLst/>
              <a:gdLst>
                <a:gd name="textAreaLeft" fmla="*/ 0 w 1736640"/>
                <a:gd name="textAreaRight" fmla="*/ 1737000 w 1736640"/>
                <a:gd name="textAreaTop" fmla="*/ 0 h 1327320"/>
                <a:gd name="textAreaBottom" fmla="*/ 1327680 h 1327320"/>
              </a:gdLst>
              <a:ahLst/>
              <a:cxnLst/>
              <a:rect l="textAreaLeft" t="textAreaTop" r="textAreaRight" b="textAreaBottom"/>
              <a:pathLst>
                <a:path w="29271" h="22373">
                  <a:moveTo>
                    <a:pt x="14423" y="1"/>
                  </a:moveTo>
                  <a:cubicBezTo>
                    <a:pt x="13940" y="1"/>
                    <a:pt x="13439" y="288"/>
                    <a:pt x="13191" y="719"/>
                  </a:cubicBezTo>
                  <a:cubicBezTo>
                    <a:pt x="12838" y="1330"/>
                    <a:pt x="12920" y="2116"/>
                    <a:pt x="13230" y="2750"/>
                  </a:cubicBezTo>
                  <a:cubicBezTo>
                    <a:pt x="13475" y="3254"/>
                    <a:pt x="13863" y="3743"/>
                    <a:pt x="13808" y="4302"/>
                  </a:cubicBezTo>
                  <a:cubicBezTo>
                    <a:pt x="13757" y="4827"/>
                    <a:pt x="13227" y="5218"/>
                    <a:pt x="12713" y="5218"/>
                  </a:cubicBezTo>
                  <a:cubicBezTo>
                    <a:pt x="12558" y="5218"/>
                    <a:pt x="12404" y="5183"/>
                    <a:pt x="12266" y="5105"/>
                  </a:cubicBezTo>
                  <a:cubicBezTo>
                    <a:pt x="12034" y="4974"/>
                    <a:pt x="11867" y="4764"/>
                    <a:pt x="11730" y="4532"/>
                  </a:cubicBezTo>
                  <a:lnTo>
                    <a:pt x="11729" y="4532"/>
                  </a:lnTo>
                  <a:cubicBezTo>
                    <a:pt x="11640" y="4378"/>
                    <a:pt x="11561" y="4214"/>
                    <a:pt x="11484" y="4054"/>
                  </a:cubicBezTo>
                  <a:cubicBezTo>
                    <a:pt x="10868" y="2768"/>
                    <a:pt x="9917" y="1406"/>
                    <a:pt x="8498" y="1264"/>
                  </a:cubicBezTo>
                  <a:cubicBezTo>
                    <a:pt x="8423" y="1257"/>
                    <a:pt x="8348" y="1253"/>
                    <a:pt x="8272" y="1253"/>
                  </a:cubicBezTo>
                  <a:cubicBezTo>
                    <a:pt x="7402" y="1253"/>
                    <a:pt x="6566" y="1738"/>
                    <a:pt x="5984" y="2398"/>
                  </a:cubicBezTo>
                  <a:cubicBezTo>
                    <a:pt x="5367" y="3100"/>
                    <a:pt x="4989" y="4149"/>
                    <a:pt x="5427" y="4975"/>
                  </a:cubicBezTo>
                  <a:cubicBezTo>
                    <a:pt x="5826" y="5723"/>
                    <a:pt x="6747" y="6043"/>
                    <a:pt x="7245" y="6729"/>
                  </a:cubicBezTo>
                  <a:cubicBezTo>
                    <a:pt x="7855" y="7573"/>
                    <a:pt x="7644" y="8843"/>
                    <a:pt x="6910" y="9582"/>
                  </a:cubicBezTo>
                  <a:cubicBezTo>
                    <a:pt x="6326" y="10170"/>
                    <a:pt x="5488" y="10444"/>
                    <a:pt x="4654" y="10444"/>
                  </a:cubicBezTo>
                  <a:cubicBezTo>
                    <a:pt x="4439" y="10444"/>
                    <a:pt x="4224" y="10426"/>
                    <a:pt x="4014" y="10390"/>
                  </a:cubicBezTo>
                  <a:cubicBezTo>
                    <a:pt x="3438" y="10292"/>
                    <a:pt x="2875" y="10076"/>
                    <a:pt x="2295" y="10076"/>
                  </a:cubicBezTo>
                  <a:cubicBezTo>
                    <a:pt x="2264" y="10076"/>
                    <a:pt x="2234" y="10077"/>
                    <a:pt x="2204" y="10078"/>
                  </a:cubicBezTo>
                  <a:cubicBezTo>
                    <a:pt x="1485" y="10105"/>
                    <a:pt x="791" y="10513"/>
                    <a:pt x="418" y="11127"/>
                  </a:cubicBezTo>
                  <a:cubicBezTo>
                    <a:pt x="44" y="11741"/>
                    <a:pt x="1" y="12546"/>
                    <a:pt x="307" y="13196"/>
                  </a:cubicBezTo>
                  <a:cubicBezTo>
                    <a:pt x="470" y="13542"/>
                    <a:pt x="746" y="13855"/>
                    <a:pt x="1112" y="13959"/>
                  </a:cubicBezTo>
                  <a:cubicBezTo>
                    <a:pt x="1215" y="13988"/>
                    <a:pt x="1321" y="14000"/>
                    <a:pt x="1428" y="14000"/>
                  </a:cubicBezTo>
                  <a:cubicBezTo>
                    <a:pt x="1573" y="14000"/>
                    <a:pt x="1719" y="13979"/>
                    <a:pt x="1862" y="13950"/>
                  </a:cubicBezTo>
                  <a:cubicBezTo>
                    <a:pt x="3085" y="13709"/>
                    <a:pt x="4175" y="13002"/>
                    <a:pt x="5397" y="12750"/>
                  </a:cubicBezTo>
                  <a:cubicBezTo>
                    <a:pt x="5527" y="12723"/>
                    <a:pt x="5664" y="12703"/>
                    <a:pt x="5797" y="12703"/>
                  </a:cubicBezTo>
                  <a:cubicBezTo>
                    <a:pt x="5961" y="12703"/>
                    <a:pt x="6121" y="12734"/>
                    <a:pt x="6259" y="12821"/>
                  </a:cubicBezTo>
                  <a:cubicBezTo>
                    <a:pt x="6633" y="13060"/>
                    <a:pt x="6665" y="13592"/>
                    <a:pt x="6605" y="14032"/>
                  </a:cubicBezTo>
                  <a:cubicBezTo>
                    <a:pt x="6458" y="15076"/>
                    <a:pt x="6026" y="16054"/>
                    <a:pt x="5751" y="17070"/>
                  </a:cubicBezTo>
                  <a:cubicBezTo>
                    <a:pt x="5475" y="18088"/>
                    <a:pt x="5370" y="19219"/>
                    <a:pt x="5853" y="20155"/>
                  </a:cubicBezTo>
                  <a:cubicBezTo>
                    <a:pt x="6265" y="20954"/>
                    <a:pt x="7065" y="21504"/>
                    <a:pt x="7924" y="21769"/>
                  </a:cubicBezTo>
                  <a:cubicBezTo>
                    <a:pt x="8494" y="21945"/>
                    <a:pt x="9091" y="22007"/>
                    <a:pt x="9689" y="22007"/>
                  </a:cubicBezTo>
                  <a:cubicBezTo>
                    <a:pt x="9992" y="22007"/>
                    <a:pt x="10295" y="21991"/>
                    <a:pt x="10595" y="21966"/>
                  </a:cubicBezTo>
                  <a:cubicBezTo>
                    <a:pt x="12069" y="21842"/>
                    <a:pt x="13698" y="21382"/>
                    <a:pt x="14411" y="20086"/>
                  </a:cubicBezTo>
                  <a:cubicBezTo>
                    <a:pt x="14729" y="19509"/>
                    <a:pt x="14821" y="18834"/>
                    <a:pt x="15076" y="18227"/>
                  </a:cubicBezTo>
                  <a:cubicBezTo>
                    <a:pt x="15479" y="17264"/>
                    <a:pt x="16345" y="16473"/>
                    <a:pt x="17374" y="16296"/>
                  </a:cubicBezTo>
                  <a:cubicBezTo>
                    <a:pt x="17508" y="16273"/>
                    <a:pt x="17644" y="16262"/>
                    <a:pt x="17780" y="16262"/>
                  </a:cubicBezTo>
                  <a:cubicBezTo>
                    <a:pt x="18689" y="16262"/>
                    <a:pt x="19606" y="16764"/>
                    <a:pt x="19980" y="17591"/>
                  </a:cubicBezTo>
                  <a:cubicBezTo>
                    <a:pt x="20346" y="18401"/>
                    <a:pt x="20173" y="19338"/>
                    <a:pt x="20198" y="20226"/>
                  </a:cubicBezTo>
                  <a:cubicBezTo>
                    <a:pt x="20224" y="21115"/>
                    <a:pt x="20606" y="22150"/>
                    <a:pt x="21473" y="22344"/>
                  </a:cubicBezTo>
                  <a:cubicBezTo>
                    <a:pt x="21558" y="22363"/>
                    <a:pt x="21643" y="22373"/>
                    <a:pt x="21727" y="22373"/>
                  </a:cubicBezTo>
                  <a:cubicBezTo>
                    <a:pt x="22503" y="22373"/>
                    <a:pt x="23191" y="21591"/>
                    <a:pt x="23269" y="20784"/>
                  </a:cubicBezTo>
                  <a:cubicBezTo>
                    <a:pt x="23372" y="19702"/>
                    <a:pt x="22702" y="18709"/>
                    <a:pt x="22460" y="17647"/>
                  </a:cubicBezTo>
                  <a:cubicBezTo>
                    <a:pt x="22129" y="16185"/>
                    <a:pt x="22657" y="14609"/>
                    <a:pt x="23643" y="13480"/>
                  </a:cubicBezTo>
                  <a:cubicBezTo>
                    <a:pt x="24628" y="12352"/>
                    <a:pt x="26024" y="11638"/>
                    <a:pt x="27473" y="11257"/>
                  </a:cubicBezTo>
                  <a:cubicBezTo>
                    <a:pt x="28227" y="11058"/>
                    <a:pt x="29183" y="10751"/>
                    <a:pt x="29232" y="9973"/>
                  </a:cubicBezTo>
                  <a:cubicBezTo>
                    <a:pt x="29271" y="9360"/>
                    <a:pt x="28628" y="8881"/>
                    <a:pt x="28013" y="8861"/>
                  </a:cubicBezTo>
                  <a:cubicBezTo>
                    <a:pt x="27992" y="8860"/>
                    <a:pt x="27971" y="8859"/>
                    <a:pt x="27950" y="8859"/>
                  </a:cubicBezTo>
                  <a:cubicBezTo>
                    <a:pt x="27361" y="8859"/>
                    <a:pt x="26807" y="9148"/>
                    <a:pt x="26282" y="9422"/>
                  </a:cubicBezTo>
                  <a:cubicBezTo>
                    <a:pt x="25784" y="9681"/>
                    <a:pt x="25252" y="9940"/>
                    <a:pt x="24697" y="9940"/>
                  </a:cubicBezTo>
                  <a:cubicBezTo>
                    <a:pt x="24645" y="9940"/>
                    <a:pt x="24592" y="9937"/>
                    <a:pt x="24539" y="9933"/>
                  </a:cubicBezTo>
                  <a:cubicBezTo>
                    <a:pt x="24405" y="9920"/>
                    <a:pt x="24269" y="9889"/>
                    <a:pt x="24164" y="9807"/>
                  </a:cubicBezTo>
                  <a:cubicBezTo>
                    <a:pt x="23928" y="9623"/>
                    <a:pt x="23933" y="9263"/>
                    <a:pt x="24026" y="8980"/>
                  </a:cubicBezTo>
                  <a:cubicBezTo>
                    <a:pt x="24287" y="8173"/>
                    <a:pt x="25020" y="7630"/>
                    <a:pt x="25634" y="7045"/>
                  </a:cubicBezTo>
                  <a:cubicBezTo>
                    <a:pt x="26112" y="6590"/>
                    <a:pt x="27023" y="5508"/>
                    <a:pt x="26519" y="4817"/>
                  </a:cubicBezTo>
                  <a:cubicBezTo>
                    <a:pt x="26200" y="4377"/>
                    <a:pt x="25597" y="4196"/>
                    <a:pt x="25034" y="4196"/>
                  </a:cubicBezTo>
                  <a:cubicBezTo>
                    <a:pt x="24803" y="4196"/>
                    <a:pt x="24579" y="4226"/>
                    <a:pt x="24384" y="4282"/>
                  </a:cubicBezTo>
                  <a:cubicBezTo>
                    <a:pt x="23633" y="4495"/>
                    <a:pt x="23005" y="5003"/>
                    <a:pt x="22404" y="5500"/>
                  </a:cubicBezTo>
                  <a:cubicBezTo>
                    <a:pt x="21802" y="5997"/>
                    <a:pt x="21182" y="6509"/>
                    <a:pt x="20434" y="6735"/>
                  </a:cubicBezTo>
                  <a:cubicBezTo>
                    <a:pt x="20172" y="6814"/>
                    <a:pt x="19900" y="6852"/>
                    <a:pt x="19628" y="6852"/>
                  </a:cubicBezTo>
                  <a:cubicBezTo>
                    <a:pt x="18776" y="6852"/>
                    <a:pt x="17920" y="6480"/>
                    <a:pt x="17369" y="5827"/>
                  </a:cubicBezTo>
                  <a:cubicBezTo>
                    <a:pt x="16756" y="5100"/>
                    <a:pt x="16535" y="4130"/>
                    <a:pt x="16327" y="3204"/>
                  </a:cubicBezTo>
                  <a:cubicBezTo>
                    <a:pt x="16151" y="2428"/>
                    <a:pt x="15967" y="1645"/>
                    <a:pt x="15614" y="933"/>
                  </a:cubicBezTo>
                  <a:cubicBezTo>
                    <a:pt x="15468" y="634"/>
                    <a:pt x="15282" y="339"/>
                    <a:pt x="14998" y="162"/>
                  </a:cubicBezTo>
                  <a:cubicBezTo>
                    <a:pt x="14823" y="51"/>
                    <a:pt x="14624" y="1"/>
                    <a:pt x="144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83;p4"/>
            <p:cNvSpPr/>
            <p:nvPr/>
          </p:nvSpPr>
          <p:spPr>
            <a:xfrm rot="468000">
              <a:off x="9504000" y="4292640"/>
              <a:ext cx="226080" cy="2761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276120"/>
                <a:gd name="textAreaBottom" fmla="*/ 276480 h 276120"/>
              </a:gdLst>
              <a:ahLst/>
              <a:cxnLst/>
              <a:rect l="textAreaLeft" t="textAreaTop" r="textAreaRight" b="textAreaBottom"/>
              <a:pathLst>
                <a:path w="3817" h="4660">
                  <a:moveTo>
                    <a:pt x="2222" y="0"/>
                  </a:moveTo>
                  <a:cubicBezTo>
                    <a:pt x="1756" y="0"/>
                    <a:pt x="2023" y="2795"/>
                    <a:pt x="0" y="4659"/>
                  </a:cubicBezTo>
                  <a:cubicBezTo>
                    <a:pt x="0" y="4659"/>
                    <a:pt x="3817" y="2181"/>
                    <a:pt x="2671" y="450"/>
                  </a:cubicBezTo>
                  <a:cubicBezTo>
                    <a:pt x="2464" y="137"/>
                    <a:pt x="2325" y="0"/>
                    <a:pt x="22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84;p4"/>
            <p:cNvSpPr/>
            <p:nvPr/>
          </p:nvSpPr>
          <p:spPr>
            <a:xfrm rot="468000">
              <a:off x="9533160" y="5294520"/>
              <a:ext cx="345960" cy="19440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5837" h="3285">
                  <a:moveTo>
                    <a:pt x="2484" y="0"/>
                  </a:moveTo>
                  <a:cubicBezTo>
                    <a:pt x="1615" y="0"/>
                    <a:pt x="1241" y="508"/>
                    <a:pt x="1241" y="508"/>
                  </a:cubicBezTo>
                  <a:cubicBezTo>
                    <a:pt x="1241" y="508"/>
                    <a:pt x="1" y="1636"/>
                    <a:pt x="2178" y="2932"/>
                  </a:cubicBezTo>
                  <a:cubicBezTo>
                    <a:pt x="2595" y="3179"/>
                    <a:pt x="3000" y="3284"/>
                    <a:pt x="3369" y="3284"/>
                  </a:cubicBezTo>
                  <a:cubicBezTo>
                    <a:pt x="4930" y="3284"/>
                    <a:pt x="5837" y="1406"/>
                    <a:pt x="4155" y="497"/>
                  </a:cubicBezTo>
                  <a:cubicBezTo>
                    <a:pt x="3467" y="125"/>
                    <a:pt x="2915" y="0"/>
                    <a:pt x="24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85;p4"/>
            <p:cNvSpPr/>
            <p:nvPr/>
          </p:nvSpPr>
          <p:spPr>
            <a:xfrm rot="468000">
              <a:off x="8153280" y="4250880"/>
              <a:ext cx="1736640" cy="1327320"/>
            </a:xfrm>
            <a:custGeom>
              <a:avLst/>
              <a:gdLst>
                <a:gd name="textAreaLeft" fmla="*/ 0 w 1736640"/>
                <a:gd name="textAreaRight" fmla="*/ 1737000 w 1736640"/>
                <a:gd name="textAreaTop" fmla="*/ 0 h 1327320"/>
                <a:gd name="textAreaBottom" fmla="*/ 1327680 h 1327320"/>
              </a:gdLst>
              <a:ahLst/>
              <a:cxnLst/>
              <a:rect l="textAreaLeft" t="textAreaTop" r="textAreaRight" b="textAreaBottom"/>
              <a:pathLst>
                <a:path w="29271" h="22373">
                  <a:moveTo>
                    <a:pt x="14424" y="1"/>
                  </a:moveTo>
                  <a:cubicBezTo>
                    <a:pt x="13940" y="1"/>
                    <a:pt x="13439" y="288"/>
                    <a:pt x="13191" y="719"/>
                  </a:cubicBezTo>
                  <a:cubicBezTo>
                    <a:pt x="12838" y="1330"/>
                    <a:pt x="12920" y="2116"/>
                    <a:pt x="13228" y="2749"/>
                  </a:cubicBezTo>
                  <a:cubicBezTo>
                    <a:pt x="13474" y="3254"/>
                    <a:pt x="13863" y="3742"/>
                    <a:pt x="13808" y="4300"/>
                  </a:cubicBezTo>
                  <a:cubicBezTo>
                    <a:pt x="13757" y="4826"/>
                    <a:pt x="13228" y="5218"/>
                    <a:pt x="12714" y="5218"/>
                  </a:cubicBezTo>
                  <a:cubicBezTo>
                    <a:pt x="12558" y="5218"/>
                    <a:pt x="12404" y="5182"/>
                    <a:pt x="12265" y="5103"/>
                  </a:cubicBezTo>
                  <a:cubicBezTo>
                    <a:pt x="12034" y="4972"/>
                    <a:pt x="11867" y="4764"/>
                    <a:pt x="11730" y="4531"/>
                  </a:cubicBezTo>
                  <a:lnTo>
                    <a:pt x="11730" y="4532"/>
                  </a:lnTo>
                  <a:cubicBezTo>
                    <a:pt x="11639" y="4378"/>
                    <a:pt x="11560" y="4213"/>
                    <a:pt x="11484" y="4054"/>
                  </a:cubicBezTo>
                  <a:cubicBezTo>
                    <a:pt x="10868" y="2768"/>
                    <a:pt x="9917" y="1405"/>
                    <a:pt x="8498" y="1264"/>
                  </a:cubicBezTo>
                  <a:cubicBezTo>
                    <a:pt x="8422" y="1256"/>
                    <a:pt x="8345" y="1253"/>
                    <a:pt x="8270" y="1253"/>
                  </a:cubicBezTo>
                  <a:cubicBezTo>
                    <a:pt x="7400" y="1253"/>
                    <a:pt x="6565" y="1739"/>
                    <a:pt x="5985" y="2398"/>
                  </a:cubicBezTo>
                  <a:cubicBezTo>
                    <a:pt x="5367" y="3100"/>
                    <a:pt x="4988" y="4148"/>
                    <a:pt x="5427" y="4974"/>
                  </a:cubicBezTo>
                  <a:cubicBezTo>
                    <a:pt x="5826" y="5724"/>
                    <a:pt x="6747" y="6043"/>
                    <a:pt x="7245" y="6729"/>
                  </a:cubicBezTo>
                  <a:cubicBezTo>
                    <a:pt x="7856" y="7573"/>
                    <a:pt x="7645" y="8843"/>
                    <a:pt x="6909" y="9582"/>
                  </a:cubicBezTo>
                  <a:cubicBezTo>
                    <a:pt x="6326" y="10169"/>
                    <a:pt x="5488" y="10443"/>
                    <a:pt x="4653" y="10443"/>
                  </a:cubicBezTo>
                  <a:cubicBezTo>
                    <a:pt x="4439" y="10443"/>
                    <a:pt x="4224" y="10425"/>
                    <a:pt x="4014" y="10389"/>
                  </a:cubicBezTo>
                  <a:cubicBezTo>
                    <a:pt x="3436" y="10291"/>
                    <a:pt x="2872" y="10075"/>
                    <a:pt x="2289" y="10075"/>
                  </a:cubicBezTo>
                  <a:cubicBezTo>
                    <a:pt x="2261" y="10075"/>
                    <a:pt x="2232" y="10076"/>
                    <a:pt x="2204" y="10077"/>
                  </a:cubicBezTo>
                  <a:cubicBezTo>
                    <a:pt x="1484" y="10104"/>
                    <a:pt x="792" y="10513"/>
                    <a:pt x="418" y="11127"/>
                  </a:cubicBezTo>
                  <a:cubicBezTo>
                    <a:pt x="44" y="11742"/>
                    <a:pt x="0" y="12545"/>
                    <a:pt x="308" y="13195"/>
                  </a:cubicBezTo>
                  <a:cubicBezTo>
                    <a:pt x="471" y="13540"/>
                    <a:pt x="746" y="13855"/>
                    <a:pt x="1113" y="13959"/>
                  </a:cubicBezTo>
                  <a:cubicBezTo>
                    <a:pt x="1215" y="13988"/>
                    <a:pt x="1321" y="14000"/>
                    <a:pt x="1428" y="14000"/>
                  </a:cubicBezTo>
                  <a:cubicBezTo>
                    <a:pt x="1572" y="14000"/>
                    <a:pt x="1719" y="13979"/>
                    <a:pt x="1861" y="13950"/>
                  </a:cubicBezTo>
                  <a:cubicBezTo>
                    <a:pt x="3084" y="13709"/>
                    <a:pt x="4177" y="13002"/>
                    <a:pt x="5397" y="12750"/>
                  </a:cubicBezTo>
                  <a:cubicBezTo>
                    <a:pt x="5527" y="12723"/>
                    <a:pt x="5664" y="12702"/>
                    <a:pt x="5799" y="12702"/>
                  </a:cubicBezTo>
                  <a:cubicBezTo>
                    <a:pt x="5962" y="12702"/>
                    <a:pt x="6121" y="12733"/>
                    <a:pt x="6259" y="12821"/>
                  </a:cubicBezTo>
                  <a:cubicBezTo>
                    <a:pt x="6633" y="13060"/>
                    <a:pt x="6666" y="13592"/>
                    <a:pt x="6604" y="14032"/>
                  </a:cubicBezTo>
                  <a:cubicBezTo>
                    <a:pt x="6459" y="15076"/>
                    <a:pt x="6026" y="16054"/>
                    <a:pt x="5751" y="17070"/>
                  </a:cubicBezTo>
                  <a:cubicBezTo>
                    <a:pt x="5476" y="18088"/>
                    <a:pt x="5370" y="19219"/>
                    <a:pt x="5853" y="20154"/>
                  </a:cubicBezTo>
                  <a:cubicBezTo>
                    <a:pt x="6265" y="20953"/>
                    <a:pt x="7065" y="21504"/>
                    <a:pt x="7924" y="21769"/>
                  </a:cubicBezTo>
                  <a:cubicBezTo>
                    <a:pt x="8493" y="21944"/>
                    <a:pt x="9087" y="22006"/>
                    <a:pt x="9683" y="22006"/>
                  </a:cubicBezTo>
                  <a:cubicBezTo>
                    <a:pt x="9988" y="22006"/>
                    <a:pt x="10293" y="21990"/>
                    <a:pt x="10596" y="21964"/>
                  </a:cubicBezTo>
                  <a:cubicBezTo>
                    <a:pt x="12068" y="21842"/>
                    <a:pt x="13697" y="21382"/>
                    <a:pt x="14411" y="20086"/>
                  </a:cubicBezTo>
                  <a:cubicBezTo>
                    <a:pt x="14729" y="19508"/>
                    <a:pt x="14821" y="18835"/>
                    <a:pt x="15076" y="18226"/>
                  </a:cubicBezTo>
                  <a:cubicBezTo>
                    <a:pt x="15479" y="17263"/>
                    <a:pt x="16345" y="16473"/>
                    <a:pt x="17374" y="16296"/>
                  </a:cubicBezTo>
                  <a:cubicBezTo>
                    <a:pt x="17508" y="16273"/>
                    <a:pt x="17644" y="16262"/>
                    <a:pt x="17779" y="16262"/>
                  </a:cubicBezTo>
                  <a:cubicBezTo>
                    <a:pt x="18689" y="16262"/>
                    <a:pt x="19606" y="16764"/>
                    <a:pt x="19980" y="17591"/>
                  </a:cubicBezTo>
                  <a:cubicBezTo>
                    <a:pt x="20346" y="18401"/>
                    <a:pt x="20173" y="19337"/>
                    <a:pt x="20199" y="20226"/>
                  </a:cubicBezTo>
                  <a:cubicBezTo>
                    <a:pt x="20223" y="21114"/>
                    <a:pt x="20606" y="22150"/>
                    <a:pt x="21472" y="22344"/>
                  </a:cubicBezTo>
                  <a:cubicBezTo>
                    <a:pt x="21557" y="22363"/>
                    <a:pt x="21642" y="22372"/>
                    <a:pt x="21725" y="22372"/>
                  </a:cubicBezTo>
                  <a:cubicBezTo>
                    <a:pt x="22502" y="22372"/>
                    <a:pt x="23190" y="21590"/>
                    <a:pt x="23268" y="20784"/>
                  </a:cubicBezTo>
                  <a:cubicBezTo>
                    <a:pt x="23372" y="19701"/>
                    <a:pt x="22701" y="18708"/>
                    <a:pt x="22459" y="17647"/>
                  </a:cubicBezTo>
                  <a:cubicBezTo>
                    <a:pt x="22128" y="16185"/>
                    <a:pt x="22657" y="14610"/>
                    <a:pt x="23642" y="13480"/>
                  </a:cubicBezTo>
                  <a:cubicBezTo>
                    <a:pt x="24628" y="12352"/>
                    <a:pt x="26024" y="11638"/>
                    <a:pt x="27473" y="11257"/>
                  </a:cubicBezTo>
                  <a:cubicBezTo>
                    <a:pt x="28227" y="11058"/>
                    <a:pt x="29183" y="10750"/>
                    <a:pt x="29232" y="9973"/>
                  </a:cubicBezTo>
                  <a:cubicBezTo>
                    <a:pt x="29270" y="9360"/>
                    <a:pt x="28627" y="8881"/>
                    <a:pt x="28013" y="8859"/>
                  </a:cubicBezTo>
                  <a:cubicBezTo>
                    <a:pt x="27993" y="8859"/>
                    <a:pt x="27973" y="8858"/>
                    <a:pt x="27954" y="8858"/>
                  </a:cubicBezTo>
                  <a:cubicBezTo>
                    <a:pt x="27363" y="8858"/>
                    <a:pt x="26808" y="9146"/>
                    <a:pt x="26282" y="9420"/>
                  </a:cubicBezTo>
                  <a:cubicBezTo>
                    <a:pt x="25783" y="9679"/>
                    <a:pt x="25251" y="9938"/>
                    <a:pt x="24697" y="9938"/>
                  </a:cubicBezTo>
                  <a:cubicBezTo>
                    <a:pt x="24644" y="9938"/>
                    <a:pt x="24592" y="9936"/>
                    <a:pt x="24539" y="9931"/>
                  </a:cubicBezTo>
                  <a:cubicBezTo>
                    <a:pt x="24405" y="9920"/>
                    <a:pt x="24268" y="9888"/>
                    <a:pt x="24163" y="9806"/>
                  </a:cubicBezTo>
                  <a:cubicBezTo>
                    <a:pt x="23927" y="9623"/>
                    <a:pt x="23933" y="9264"/>
                    <a:pt x="24025" y="8980"/>
                  </a:cubicBezTo>
                  <a:cubicBezTo>
                    <a:pt x="24288" y="8171"/>
                    <a:pt x="25019" y="7629"/>
                    <a:pt x="25634" y="7043"/>
                  </a:cubicBezTo>
                  <a:cubicBezTo>
                    <a:pt x="26112" y="6590"/>
                    <a:pt x="27023" y="5508"/>
                    <a:pt x="26520" y="4817"/>
                  </a:cubicBezTo>
                  <a:cubicBezTo>
                    <a:pt x="26200" y="4377"/>
                    <a:pt x="25597" y="4196"/>
                    <a:pt x="25033" y="4196"/>
                  </a:cubicBezTo>
                  <a:cubicBezTo>
                    <a:pt x="24803" y="4196"/>
                    <a:pt x="24579" y="4226"/>
                    <a:pt x="24383" y="4282"/>
                  </a:cubicBezTo>
                  <a:cubicBezTo>
                    <a:pt x="23632" y="4495"/>
                    <a:pt x="23005" y="5001"/>
                    <a:pt x="22403" y="5499"/>
                  </a:cubicBezTo>
                  <a:cubicBezTo>
                    <a:pt x="21802" y="5997"/>
                    <a:pt x="21182" y="6509"/>
                    <a:pt x="20433" y="6735"/>
                  </a:cubicBezTo>
                  <a:cubicBezTo>
                    <a:pt x="20172" y="6814"/>
                    <a:pt x="19901" y="6852"/>
                    <a:pt x="19629" y="6852"/>
                  </a:cubicBezTo>
                  <a:cubicBezTo>
                    <a:pt x="18777" y="6852"/>
                    <a:pt x="17920" y="6480"/>
                    <a:pt x="17368" y="5827"/>
                  </a:cubicBezTo>
                  <a:cubicBezTo>
                    <a:pt x="16755" y="5100"/>
                    <a:pt x="16535" y="4131"/>
                    <a:pt x="16326" y="3204"/>
                  </a:cubicBezTo>
                  <a:cubicBezTo>
                    <a:pt x="16151" y="2428"/>
                    <a:pt x="15967" y="1645"/>
                    <a:pt x="15614" y="933"/>
                  </a:cubicBezTo>
                  <a:cubicBezTo>
                    <a:pt x="15467" y="634"/>
                    <a:pt x="15282" y="339"/>
                    <a:pt x="14998" y="160"/>
                  </a:cubicBezTo>
                  <a:cubicBezTo>
                    <a:pt x="14823" y="50"/>
                    <a:pt x="14625" y="1"/>
                    <a:pt x="1442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86;p4"/>
            <p:cNvSpPr/>
            <p:nvPr/>
          </p:nvSpPr>
          <p:spPr>
            <a:xfrm rot="468000">
              <a:off x="9525600" y="4252680"/>
              <a:ext cx="198720" cy="2941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294120"/>
                <a:gd name="textAreaBottom" fmla="*/ 294480 h 294120"/>
              </a:gdLst>
              <a:ahLst/>
              <a:cxnLst/>
              <a:rect l="textAreaLeft" t="textAreaTop" r="textAreaRight" b="textAreaBottom"/>
              <a:pathLst>
                <a:path w="3355" h="4964">
                  <a:moveTo>
                    <a:pt x="1441" y="0"/>
                  </a:moveTo>
                  <a:cubicBezTo>
                    <a:pt x="939" y="0"/>
                    <a:pt x="1711" y="2759"/>
                    <a:pt x="0" y="4963"/>
                  </a:cubicBezTo>
                  <a:cubicBezTo>
                    <a:pt x="0" y="4963"/>
                    <a:pt x="3355" y="1888"/>
                    <a:pt x="1939" y="371"/>
                  </a:cubicBezTo>
                  <a:cubicBezTo>
                    <a:pt x="1699" y="114"/>
                    <a:pt x="1544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87;p4"/>
            <p:cNvSpPr/>
            <p:nvPr/>
          </p:nvSpPr>
          <p:spPr>
            <a:xfrm rot="468000">
              <a:off x="9530280" y="5259240"/>
              <a:ext cx="345960" cy="194760"/>
            </a:xfrm>
            <a:custGeom>
              <a:avLst/>
              <a:gdLst>
                <a:gd name="textAreaLeft" fmla="*/ 0 w 345960"/>
                <a:gd name="textAreaRight" fmla="*/ 346320 w 34596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5837" h="3286">
                  <a:moveTo>
                    <a:pt x="2485" y="0"/>
                  </a:moveTo>
                  <a:cubicBezTo>
                    <a:pt x="1615" y="0"/>
                    <a:pt x="1241" y="509"/>
                    <a:pt x="1241" y="509"/>
                  </a:cubicBezTo>
                  <a:cubicBezTo>
                    <a:pt x="1241" y="509"/>
                    <a:pt x="0" y="1638"/>
                    <a:pt x="2178" y="2933"/>
                  </a:cubicBezTo>
                  <a:cubicBezTo>
                    <a:pt x="2594" y="3180"/>
                    <a:pt x="2999" y="3285"/>
                    <a:pt x="3368" y="3285"/>
                  </a:cubicBezTo>
                  <a:cubicBezTo>
                    <a:pt x="4930" y="3285"/>
                    <a:pt x="5837" y="1405"/>
                    <a:pt x="4155" y="496"/>
                  </a:cubicBezTo>
                  <a:cubicBezTo>
                    <a:pt x="3467" y="125"/>
                    <a:pt x="2915" y="0"/>
                    <a:pt x="24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188;p4"/>
            <p:cNvSpPr/>
            <p:nvPr/>
          </p:nvSpPr>
          <p:spPr>
            <a:xfrm rot="468000">
              <a:off x="8557920" y="4322160"/>
              <a:ext cx="84240" cy="1497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1424" h="2528">
                  <a:moveTo>
                    <a:pt x="1423" y="0"/>
                  </a:moveTo>
                  <a:lnTo>
                    <a:pt x="1423" y="0"/>
                  </a:lnTo>
                  <a:cubicBezTo>
                    <a:pt x="833" y="135"/>
                    <a:pt x="289" y="569"/>
                    <a:pt x="100" y="1159"/>
                  </a:cubicBezTo>
                  <a:cubicBezTo>
                    <a:pt x="81" y="1213"/>
                    <a:pt x="66" y="1278"/>
                    <a:pt x="53" y="1334"/>
                  </a:cubicBezTo>
                  <a:cubicBezTo>
                    <a:pt x="52" y="1351"/>
                    <a:pt x="38" y="1445"/>
                    <a:pt x="35" y="1464"/>
                  </a:cubicBezTo>
                  <a:cubicBezTo>
                    <a:pt x="0" y="1834"/>
                    <a:pt x="104" y="2219"/>
                    <a:pt x="298" y="2527"/>
                  </a:cubicBezTo>
                  <a:cubicBezTo>
                    <a:pt x="288" y="2462"/>
                    <a:pt x="272" y="2398"/>
                    <a:pt x="259" y="2334"/>
                  </a:cubicBezTo>
                  <a:cubicBezTo>
                    <a:pt x="252" y="2288"/>
                    <a:pt x="243" y="2236"/>
                    <a:pt x="236" y="2190"/>
                  </a:cubicBezTo>
                  <a:cubicBezTo>
                    <a:pt x="229" y="2147"/>
                    <a:pt x="222" y="2068"/>
                    <a:pt x="216" y="2025"/>
                  </a:cubicBezTo>
                  <a:cubicBezTo>
                    <a:pt x="213" y="1990"/>
                    <a:pt x="210" y="1940"/>
                    <a:pt x="209" y="1907"/>
                  </a:cubicBezTo>
                  <a:cubicBezTo>
                    <a:pt x="205" y="1852"/>
                    <a:pt x="209" y="1796"/>
                    <a:pt x="207" y="1743"/>
                  </a:cubicBezTo>
                  <a:cubicBezTo>
                    <a:pt x="209" y="1728"/>
                    <a:pt x="212" y="1688"/>
                    <a:pt x="212" y="1672"/>
                  </a:cubicBezTo>
                  <a:cubicBezTo>
                    <a:pt x="215" y="1612"/>
                    <a:pt x="226" y="1551"/>
                    <a:pt x="233" y="1490"/>
                  </a:cubicBezTo>
                  <a:cubicBezTo>
                    <a:pt x="236" y="1474"/>
                    <a:pt x="254" y="1392"/>
                    <a:pt x="256" y="1379"/>
                  </a:cubicBezTo>
                  <a:cubicBezTo>
                    <a:pt x="265" y="1346"/>
                    <a:pt x="279" y="1301"/>
                    <a:pt x="288" y="1268"/>
                  </a:cubicBezTo>
                  <a:cubicBezTo>
                    <a:pt x="469" y="710"/>
                    <a:pt x="931" y="308"/>
                    <a:pt x="14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189;p4"/>
            <p:cNvSpPr/>
            <p:nvPr/>
          </p:nvSpPr>
          <p:spPr>
            <a:xfrm rot="468000">
              <a:off x="8963640" y="4311000"/>
              <a:ext cx="123480" cy="2764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276480"/>
                <a:gd name="textAreaBottom" fmla="*/ 276840 h 276480"/>
              </a:gdLst>
              <a:ahLst/>
              <a:cxnLst/>
              <a:rect l="textAreaLeft" t="textAreaTop" r="textAreaRight" b="textAreaBottom"/>
              <a:pathLst>
                <a:path w="2089" h="4666">
                  <a:moveTo>
                    <a:pt x="983" y="0"/>
                  </a:moveTo>
                  <a:cubicBezTo>
                    <a:pt x="697" y="753"/>
                    <a:pt x="842" y="1639"/>
                    <a:pt x="1310" y="2290"/>
                  </a:cubicBezTo>
                  <a:cubicBezTo>
                    <a:pt x="1360" y="2363"/>
                    <a:pt x="1428" y="2441"/>
                    <a:pt x="1481" y="2513"/>
                  </a:cubicBezTo>
                  <a:cubicBezTo>
                    <a:pt x="2008" y="3224"/>
                    <a:pt x="1411" y="4204"/>
                    <a:pt x="697" y="4517"/>
                  </a:cubicBezTo>
                  <a:cubicBezTo>
                    <a:pt x="583" y="4567"/>
                    <a:pt x="457" y="4599"/>
                    <a:pt x="333" y="4599"/>
                  </a:cubicBezTo>
                  <a:cubicBezTo>
                    <a:pt x="217" y="4599"/>
                    <a:pt x="103" y="4571"/>
                    <a:pt x="0" y="4504"/>
                  </a:cubicBezTo>
                  <a:lnTo>
                    <a:pt x="0" y="4504"/>
                  </a:lnTo>
                  <a:cubicBezTo>
                    <a:pt x="119" y="4619"/>
                    <a:pt x="278" y="4665"/>
                    <a:pt x="440" y="4665"/>
                  </a:cubicBezTo>
                  <a:cubicBezTo>
                    <a:pt x="540" y="4665"/>
                    <a:pt x="641" y="4648"/>
                    <a:pt x="733" y="4618"/>
                  </a:cubicBezTo>
                  <a:cubicBezTo>
                    <a:pt x="1468" y="4381"/>
                    <a:pt x="2088" y="3532"/>
                    <a:pt x="1841" y="2749"/>
                  </a:cubicBezTo>
                  <a:cubicBezTo>
                    <a:pt x="1789" y="2585"/>
                    <a:pt x="1701" y="2437"/>
                    <a:pt x="1591" y="2307"/>
                  </a:cubicBezTo>
                  <a:lnTo>
                    <a:pt x="1534" y="2238"/>
                  </a:lnTo>
                  <a:cubicBezTo>
                    <a:pt x="1421" y="2097"/>
                    <a:pt x="1323" y="1944"/>
                    <a:pt x="1238" y="1785"/>
                  </a:cubicBezTo>
                  <a:cubicBezTo>
                    <a:pt x="957" y="1241"/>
                    <a:pt x="871" y="605"/>
                    <a:pt x="98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90;p4"/>
            <p:cNvSpPr/>
            <p:nvPr/>
          </p:nvSpPr>
          <p:spPr>
            <a:xfrm rot="468000">
              <a:off x="8798760" y="4377240"/>
              <a:ext cx="70560" cy="85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1194" h="1443">
                  <a:moveTo>
                    <a:pt x="108" y="0"/>
                  </a:moveTo>
                  <a:cubicBezTo>
                    <a:pt x="70" y="0"/>
                    <a:pt x="34" y="7"/>
                    <a:pt x="0" y="21"/>
                  </a:cubicBezTo>
                  <a:cubicBezTo>
                    <a:pt x="261" y="67"/>
                    <a:pt x="508" y="437"/>
                    <a:pt x="655" y="645"/>
                  </a:cubicBezTo>
                  <a:cubicBezTo>
                    <a:pt x="774" y="822"/>
                    <a:pt x="890" y="1012"/>
                    <a:pt x="1013" y="1192"/>
                  </a:cubicBezTo>
                  <a:cubicBezTo>
                    <a:pt x="1069" y="1279"/>
                    <a:pt x="1126" y="1362"/>
                    <a:pt x="1193" y="1443"/>
                  </a:cubicBezTo>
                  <a:cubicBezTo>
                    <a:pt x="1179" y="1339"/>
                    <a:pt x="1156" y="1238"/>
                    <a:pt x="1127" y="1139"/>
                  </a:cubicBezTo>
                  <a:cubicBezTo>
                    <a:pt x="998" y="745"/>
                    <a:pt x="789" y="352"/>
                    <a:pt x="433" y="114"/>
                  </a:cubicBezTo>
                  <a:cubicBezTo>
                    <a:pt x="347" y="57"/>
                    <a:pt x="222" y="0"/>
                    <a:pt x="108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91;p4"/>
            <p:cNvSpPr/>
            <p:nvPr/>
          </p:nvSpPr>
          <p:spPr>
            <a:xfrm rot="468000">
              <a:off x="8487720" y="4709520"/>
              <a:ext cx="154800" cy="124560"/>
            </a:xfrm>
            <a:custGeom>
              <a:avLst/>
              <a:gdLst>
                <a:gd name="textAreaLeft" fmla="*/ 0 w 154800"/>
                <a:gd name="textAreaRight" fmla="*/ 155160 w 15480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613" h="2108">
                  <a:moveTo>
                    <a:pt x="2481" y="0"/>
                  </a:moveTo>
                  <a:lnTo>
                    <a:pt x="2481" y="0"/>
                  </a:lnTo>
                  <a:cubicBezTo>
                    <a:pt x="2473" y="537"/>
                    <a:pt x="2195" y="1028"/>
                    <a:pt x="1773" y="1350"/>
                  </a:cubicBezTo>
                  <a:cubicBezTo>
                    <a:pt x="1618" y="1471"/>
                    <a:pt x="1442" y="1575"/>
                    <a:pt x="1265" y="1661"/>
                  </a:cubicBezTo>
                  <a:cubicBezTo>
                    <a:pt x="1170" y="1708"/>
                    <a:pt x="1062" y="1754"/>
                    <a:pt x="963" y="1793"/>
                  </a:cubicBezTo>
                  <a:cubicBezTo>
                    <a:pt x="934" y="1805"/>
                    <a:pt x="888" y="1825"/>
                    <a:pt x="859" y="1835"/>
                  </a:cubicBezTo>
                  <a:cubicBezTo>
                    <a:pt x="582" y="1939"/>
                    <a:pt x="294" y="2021"/>
                    <a:pt x="0" y="2107"/>
                  </a:cubicBezTo>
                  <a:cubicBezTo>
                    <a:pt x="6" y="2107"/>
                    <a:pt x="12" y="2107"/>
                    <a:pt x="18" y="2107"/>
                  </a:cubicBezTo>
                  <a:cubicBezTo>
                    <a:pt x="663" y="2107"/>
                    <a:pt x="1338" y="1948"/>
                    <a:pt x="1861" y="1554"/>
                  </a:cubicBezTo>
                  <a:cubicBezTo>
                    <a:pt x="1906" y="1521"/>
                    <a:pt x="1955" y="1477"/>
                    <a:pt x="1998" y="1441"/>
                  </a:cubicBezTo>
                  <a:cubicBezTo>
                    <a:pt x="2037" y="1402"/>
                    <a:pt x="2088" y="1356"/>
                    <a:pt x="2123" y="1313"/>
                  </a:cubicBezTo>
                  <a:cubicBezTo>
                    <a:pt x="2438" y="966"/>
                    <a:pt x="2612" y="459"/>
                    <a:pt x="248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92;p4"/>
            <p:cNvSpPr/>
            <p:nvPr/>
          </p:nvSpPr>
          <p:spPr>
            <a:xfrm rot="468000">
              <a:off x="8186400" y="4883040"/>
              <a:ext cx="84240" cy="633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423" h="1072">
                  <a:moveTo>
                    <a:pt x="38" y="1"/>
                  </a:moveTo>
                  <a:cubicBezTo>
                    <a:pt x="1" y="521"/>
                    <a:pt x="343" y="1072"/>
                    <a:pt x="859" y="1072"/>
                  </a:cubicBezTo>
                  <a:cubicBezTo>
                    <a:pt x="941" y="1072"/>
                    <a:pt x="1028" y="1057"/>
                    <a:pt x="1118" y="1027"/>
                  </a:cubicBezTo>
                  <a:cubicBezTo>
                    <a:pt x="1126" y="1025"/>
                    <a:pt x="1141" y="1020"/>
                    <a:pt x="1149" y="1015"/>
                  </a:cubicBezTo>
                  <a:cubicBezTo>
                    <a:pt x="1206" y="994"/>
                    <a:pt x="1268" y="962"/>
                    <a:pt x="1320" y="929"/>
                  </a:cubicBezTo>
                  <a:cubicBezTo>
                    <a:pt x="1356" y="905"/>
                    <a:pt x="1389" y="879"/>
                    <a:pt x="1422" y="851"/>
                  </a:cubicBezTo>
                  <a:lnTo>
                    <a:pt x="1422" y="851"/>
                  </a:lnTo>
                  <a:cubicBezTo>
                    <a:pt x="1379" y="857"/>
                    <a:pt x="1339" y="864"/>
                    <a:pt x="1298" y="871"/>
                  </a:cubicBezTo>
                  <a:cubicBezTo>
                    <a:pt x="1221" y="883"/>
                    <a:pt x="1140" y="894"/>
                    <a:pt x="1062" y="896"/>
                  </a:cubicBezTo>
                  <a:cubicBezTo>
                    <a:pt x="1045" y="897"/>
                    <a:pt x="1027" y="897"/>
                    <a:pt x="1010" y="897"/>
                  </a:cubicBezTo>
                  <a:cubicBezTo>
                    <a:pt x="482" y="897"/>
                    <a:pt x="254" y="432"/>
                    <a:pt x="3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193;p4"/>
            <p:cNvSpPr/>
            <p:nvPr/>
          </p:nvSpPr>
          <p:spPr>
            <a:xfrm rot="468000">
              <a:off x="8429040" y="5161320"/>
              <a:ext cx="167760" cy="28728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2831" h="4850">
                  <a:moveTo>
                    <a:pt x="733" y="0"/>
                  </a:moveTo>
                  <a:lnTo>
                    <a:pt x="733" y="0"/>
                  </a:lnTo>
                  <a:cubicBezTo>
                    <a:pt x="0" y="1744"/>
                    <a:pt x="89" y="4191"/>
                    <a:pt x="2258" y="4753"/>
                  </a:cubicBezTo>
                  <a:cubicBezTo>
                    <a:pt x="2379" y="4786"/>
                    <a:pt x="2514" y="4811"/>
                    <a:pt x="2638" y="4828"/>
                  </a:cubicBezTo>
                  <a:cubicBezTo>
                    <a:pt x="2701" y="4838"/>
                    <a:pt x="2766" y="4842"/>
                    <a:pt x="2831" y="4850"/>
                  </a:cubicBezTo>
                  <a:cubicBezTo>
                    <a:pt x="2706" y="4815"/>
                    <a:pt x="2583" y="4781"/>
                    <a:pt x="2462" y="4739"/>
                  </a:cubicBezTo>
                  <a:cubicBezTo>
                    <a:pt x="2195" y="4648"/>
                    <a:pt x="1933" y="4530"/>
                    <a:pt x="1697" y="4375"/>
                  </a:cubicBezTo>
                  <a:cubicBezTo>
                    <a:pt x="1308" y="4124"/>
                    <a:pt x="995" y="3760"/>
                    <a:pt x="806" y="3339"/>
                  </a:cubicBezTo>
                  <a:cubicBezTo>
                    <a:pt x="354" y="2326"/>
                    <a:pt x="495" y="1056"/>
                    <a:pt x="73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194;p4"/>
            <p:cNvSpPr/>
            <p:nvPr/>
          </p:nvSpPr>
          <p:spPr>
            <a:xfrm rot="468000">
              <a:off x="9397440" y="4647960"/>
              <a:ext cx="141840" cy="842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4240"/>
                <a:gd name="textAreaBottom" fmla="*/ 84600 h 84240"/>
              </a:gdLst>
              <a:ahLst/>
              <a:cxnLst/>
              <a:rect l="textAreaLeft" t="textAreaTop" r="textAreaRight" b="textAreaBottom"/>
              <a:pathLst>
                <a:path w="2397" h="1427">
                  <a:moveTo>
                    <a:pt x="2397" y="0"/>
                  </a:moveTo>
                  <a:lnTo>
                    <a:pt x="2397" y="0"/>
                  </a:lnTo>
                  <a:cubicBezTo>
                    <a:pt x="2084" y="279"/>
                    <a:pt x="1774" y="530"/>
                    <a:pt x="1421" y="744"/>
                  </a:cubicBezTo>
                  <a:cubicBezTo>
                    <a:pt x="975" y="1022"/>
                    <a:pt x="493" y="1238"/>
                    <a:pt x="1" y="1426"/>
                  </a:cubicBezTo>
                  <a:cubicBezTo>
                    <a:pt x="756" y="1423"/>
                    <a:pt x="1592" y="1013"/>
                    <a:pt x="2089" y="449"/>
                  </a:cubicBezTo>
                  <a:cubicBezTo>
                    <a:pt x="2169" y="357"/>
                    <a:pt x="2243" y="261"/>
                    <a:pt x="2307" y="159"/>
                  </a:cubicBezTo>
                  <a:cubicBezTo>
                    <a:pt x="2341" y="108"/>
                    <a:pt x="2368" y="54"/>
                    <a:pt x="239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120" bIns="42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195;p4"/>
            <p:cNvSpPr/>
            <p:nvPr/>
          </p:nvSpPr>
          <p:spPr>
            <a:xfrm rot="468000">
              <a:off x="9424080" y="5020200"/>
              <a:ext cx="169560" cy="297000"/>
            </a:xfrm>
            <a:custGeom>
              <a:avLst/>
              <a:gdLst>
                <a:gd name="textAreaLeft" fmla="*/ 0 w 169560"/>
                <a:gd name="textAreaRight" fmla="*/ 169920 w 169560"/>
                <a:gd name="textAreaTop" fmla="*/ 0 h 297000"/>
                <a:gd name="textAreaBottom" fmla="*/ 297360 h 297000"/>
              </a:gdLst>
              <a:ahLst/>
              <a:cxnLst/>
              <a:rect l="textAreaLeft" t="textAreaTop" r="textAreaRight" b="textAreaBottom"/>
              <a:pathLst>
                <a:path w="2863" h="5009">
                  <a:moveTo>
                    <a:pt x="2862" y="1"/>
                  </a:moveTo>
                  <a:cubicBezTo>
                    <a:pt x="1406" y="785"/>
                    <a:pt x="58" y="2348"/>
                    <a:pt x="4" y="4063"/>
                  </a:cubicBezTo>
                  <a:cubicBezTo>
                    <a:pt x="0" y="4254"/>
                    <a:pt x="9" y="4446"/>
                    <a:pt x="36" y="4636"/>
                  </a:cubicBezTo>
                  <a:cubicBezTo>
                    <a:pt x="52" y="4762"/>
                    <a:pt x="79" y="4886"/>
                    <a:pt x="111" y="5008"/>
                  </a:cubicBezTo>
                  <a:cubicBezTo>
                    <a:pt x="94" y="4757"/>
                    <a:pt x="89" y="4506"/>
                    <a:pt x="111" y="4257"/>
                  </a:cubicBezTo>
                  <a:cubicBezTo>
                    <a:pt x="258" y="2487"/>
                    <a:pt x="1524" y="1058"/>
                    <a:pt x="2862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196;p4"/>
            <p:cNvSpPr/>
            <p:nvPr/>
          </p:nvSpPr>
          <p:spPr>
            <a:xfrm rot="468000">
              <a:off x="9597600" y="5272920"/>
              <a:ext cx="57600" cy="885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978" h="1499">
                  <a:moveTo>
                    <a:pt x="977" y="1"/>
                  </a:moveTo>
                  <a:cubicBezTo>
                    <a:pt x="977" y="1"/>
                    <a:pt x="976" y="2"/>
                    <a:pt x="975" y="3"/>
                  </a:cubicBezTo>
                  <a:lnTo>
                    <a:pt x="975" y="3"/>
                  </a:lnTo>
                  <a:cubicBezTo>
                    <a:pt x="976" y="2"/>
                    <a:pt x="977" y="2"/>
                    <a:pt x="977" y="2"/>
                  </a:cubicBezTo>
                  <a:lnTo>
                    <a:pt x="977" y="1"/>
                  </a:lnTo>
                  <a:close/>
                  <a:moveTo>
                    <a:pt x="975" y="3"/>
                  </a:moveTo>
                  <a:lnTo>
                    <a:pt x="975" y="3"/>
                  </a:lnTo>
                  <a:cubicBezTo>
                    <a:pt x="646" y="55"/>
                    <a:pt x="299" y="260"/>
                    <a:pt x="133" y="556"/>
                  </a:cubicBezTo>
                  <a:cubicBezTo>
                    <a:pt x="0" y="794"/>
                    <a:pt x="16" y="1058"/>
                    <a:pt x="174" y="1282"/>
                  </a:cubicBezTo>
                  <a:cubicBezTo>
                    <a:pt x="199" y="1310"/>
                    <a:pt x="233" y="1355"/>
                    <a:pt x="261" y="1379"/>
                  </a:cubicBezTo>
                  <a:cubicBezTo>
                    <a:pt x="307" y="1425"/>
                    <a:pt x="357" y="1464"/>
                    <a:pt x="410" y="1499"/>
                  </a:cubicBezTo>
                  <a:cubicBezTo>
                    <a:pt x="402" y="1479"/>
                    <a:pt x="393" y="1460"/>
                    <a:pt x="383" y="1441"/>
                  </a:cubicBezTo>
                  <a:cubicBezTo>
                    <a:pt x="358" y="1397"/>
                    <a:pt x="340" y="1349"/>
                    <a:pt x="318" y="1303"/>
                  </a:cubicBezTo>
                  <a:cubicBezTo>
                    <a:pt x="312" y="1287"/>
                    <a:pt x="292" y="1238"/>
                    <a:pt x="287" y="1221"/>
                  </a:cubicBezTo>
                  <a:cubicBezTo>
                    <a:pt x="281" y="1202"/>
                    <a:pt x="266" y="1159"/>
                    <a:pt x="262" y="1140"/>
                  </a:cubicBezTo>
                  <a:cubicBezTo>
                    <a:pt x="259" y="1126"/>
                    <a:pt x="253" y="1099"/>
                    <a:pt x="251" y="1086"/>
                  </a:cubicBezTo>
                  <a:cubicBezTo>
                    <a:pt x="160" y="609"/>
                    <a:pt x="651" y="281"/>
                    <a:pt x="975" y="3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197;p4"/>
            <p:cNvSpPr/>
            <p:nvPr/>
          </p:nvSpPr>
          <p:spPr>
            <a:xfrm rot="468000">
              <a:off x="9606240" y="4280400"/>
              <a:ext cx="27360" cy="14220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465" h="2401">
                  <a:moveTo>
                    <a:pt x="263" y="1"/>
                  </a:moveTo>
                  <a:lnTo>
                    <a:pt x="263" y="1"/>
                  </a:lnTo>
                  <a:cubicBezTo>
                    <a:pt x="189" y="668"/>
                    <a:pt x="89" y="1430"/>
                    <a:pt x="21" y="2094"/>
                  </a:cubicBezTo>
                  <a:cubicBezTo>
                    <a:pt x="12" y="2195"/>
                    <a:pt x="2" y="2297"/>
                    <a:pt x="1" y="2401"/>
                  </a:cubicBezTo>
                  <a:cubicBezTo>
                    <a:pt x="48" y="2309"/>
                    <a:pt x="90" y="2215"/>
                    <a:pt x="126" y="2119"/>
                  </a:cubicBezTo>
                  <a:cubicBezTo>
                    <a:pt x="353" y="1503"/>
                    <a:pt x="464" y="634"/>
                    <a:pt x="26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198;p4"/>
            <p:cNvSpPr/>
            <p:nvPr/>
          </p:nvSpPr>
          <p:spPr>
            <a:xfrm rot="468000">
              <a:off x="8993520" y="5206680"/>
              <a:ext cx="161280" cy="10980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2726" h="1856">
                  <a:moveTo>
                    <a:pt x="2159" y="0"/>
                  </a:moveTo>
                  <a:cubicBezTo>
                    <a:pt x="1817" y="0"/>
                    <a:pt x="1472" y="82"/>
                    <a:pt x="1173" y="246"/>
                  </a:cubicBezTo>
                  <a:cubicBezTo>
                    <a:pt x="572" y="569"/>
                    <a:pt x="127" y="1190"/>
                    <a:pt x="0" y="1856"/>
                  </a:cubicBezTo>
                  <a:cubicBezTo>
                    <a:pt x="307" y="1270"/>
                    <a:pt x="737" y="725"/>
                    <a:pt x="1321" y="407"/>
                  </a:cubicBezTo>
                  <a:cubicBezTo>
                    <a:pt x="1588" y="264"/>
                    <a:pt x="1880" y="174"/>
                    <a:pt x="2178" y="125"/>
                  </a:cubicBezTo>
                  <a:cubicBezTo>
                    <a:pt x="2212" y="121"/>
                    <a:pt x="2307" y="109"/>
                    <a:pt x="2340" y="103"/>
                  </a:cubicBezTo>
                  <a:cubicBezTo>
                    <a:pt x="2403" y="97"/>
                    <a:pt x="2467" y="93"/>
                    <a:pt x="2532" y="87"/>
                  </a:cubicBezTo>
                  <a:cubicBezTo>
                    <a:pt x="2595" y="85"/>
                    <a:pt x="2662" y="82"/>
                    <a:pt x="2726" y="77"/>
                  </a:cubicBezTo>
                  <a:cubicBezTo>
                    <a:pt x="2543" y="26"/>
                    <a:pt x="2352" y="0"/>
                    <a:pt x="21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7" name="Google Shape;199;p4"/>
          <p:cNvGrpSpPr/>
          <p:nvPr/>
        </p:nvGrpSpPr>
        <p:grpSpPr>
          <a:xfrm>
            <a:off x="-564840" y="3895560"/>
            <a:ext cx="1472760" cy="1607400"/>
            <a:chOff x="-564840" y="3895560"/>
            <a:chExt cx="1472760" cy="1607400"/>
          </a:xfrm>
        </p:grpSpPr>
        <p:sp>
          <p:nvSpPr>
            <p:cNvPr id="428" name="Google Shape;200;p4"/>
            <p:cNvSpPr/>
            <p:nvPr/>
          </p:nvSpPr>
          <p:spPr>
            <a:xfrm rot="17965200" flipV="1">
              <a:off x="-435240" y="4167360"/>
              <a:ext cx="1211040" cy="1004040"/>
            </a:xfrm>
            <a:custGeom>
              <a:avLst/>
              <a:gdLst>
                <a:gd name="textAreaLeft" fmla="*/ 0 w 1211040"/>
                <a:gd name="textAreaRight" fmla="*/ 1211400 w 1211040"/>
                <a:gd name="textAreaTop" fmla="*/ -360 h 1004040"/>
                <a:gd name="textAreaBottom" fmla="*/ 1004040 h 100404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20" y="0"/>
                  </a:moveTo>
                  <a:cubicBezTo>
                    <a:pt x="279" y="0"/>
                    <a:pt x="1" y="236"/>
                    <a:pt x="27" y="552"/>
                  </a:cubicBezTo>
                  <a:lnTo>
                    <a:pt x="3817" y="10848"/>
                  </a:lnTo>
                  <a:cubicBezTo>
                    <a:pt x="3845" y="11186"/>
                    <a:pt x="4188" y="11415"/>
                    <a:pt x="4525" y="11415"/>
                  </a:cubicBezTo>
                  <a:cubicBezTo>
                    <a:pt x="4673" y="11415"/>
                    <a:pt x="4820" y="11371"/>
                    <a:pt x="4938" y="11272"/>
                  </a:cubicBezTo>
                  <a:lnTo>
                    <a:pt x="13424" y="3047"/>
                  </a:lnTo>
                  <a:cubicBezTo>
                    <a:pt x="13767" y="2761"/>
                    <a:pt x="13590" y="2235"/>
                    <a:pt x="13105" y="2100"/>
                  </a:cubicBezTo>
                  <a:lnTo>
                    <a:pt x="829" y="29"/>
                  </a:lnTo>
                  <a:cubicBezTo>
                    <a:pt x="758" y="10"/>
                    <a:pt x="688" y="0"/>
                    <a:pt x="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201;p4"/>
            <p:cNvSpPr/>
            <p:nvPr/>
          </p:nvSpPr>
          <p:spPr>
            <a:xfrm rot="17965200" flipV="1">
              <a:off x="-432000" y="4226760"/>
              <a:ext cx="1211040" cy="1004040"/>
            </a:xfrm>
            <a:custGeom>
              <a:avLst/>
              <a:gdLst>
                <a:gd name="textAreaLeft" fmla="*/ 0 w 1211040"/>
                <a:gd name="textAreaRight" fmla="*/ 1211400 w 1211040"/>
                <a:gd name="textAreaTop" fmla="*/ -360 h 1004040"/>
                <a:gd name="textAreaBottom" fmla="*/ 1004040 h 100404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19" y="1"/>
                  </a:moveTo>
                  <a:cubicBezTo>
                    <a:pt x="278" y="1"/>
                    <a:pt x="0" y="237"/>
                    <a:pt x="26" y="552"/>
                  </a:cubicBezTo>
                  <a:lnTo>
                    <a:pt x="3818" y="10848"/>
                  </a:lnTo>
                  <a:cubicBezTo>
                    <a:pt x="3846" y="11186"/>
                    <a:pt x="4188" y="11416"/>
                    <a:pt x="4525" y="11416"/>
                  </a:cubicBezTo>
                  <a:cubicBezTo>
                    <a:pt x="4673" y="11416"/>
                    <a:pt x="4820" y="11372"/>
                    <a:pt x="4939" y="11273"/>
                  </a:cubicBezTo>
                  <a:lnTo>
                    <a:pt x="13425" y="3047"/>
                  </a:lnTo>
                  <a:cubicBezTo>
                    <a:pt x="13767" y="2762"/>
                    <a:pt x="13590" y="2237"/>
                    <a:pt x="13104" y="2100"/>
                  </a:cubicBezTo>
                  <a:lnTo>
                    <a:pt x="827" y="30"/>
                  </a:lnTo>
                  <a:cubicBezTo>
                    <a:pt x="757" y="10"/>
                    <a:pt x="687" y="1"/>
                    <a:pt x="61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30" name="Google Shape;202;p4"/>
          <p:cNvGrpSpPr/>
          <p:nvPr/>
        </p:nvGrpSpPr>
        <p:grpSpPr>
          <a:xfrm>
            <a:off x="-765720" y="0"/>
            <a:ext cx="1326960" cy="2528640"/>
            <a:chOff x="-765720" y="0"/>
            <a:chExt cx="1326960" cy="2528640"/>
          </a:xfrm>
        </p:grpSpPr>
        <p:sp>
          <p:nvSpPr>
            <p:cNvPr id="431" name="Google Shape;203;p4"/>
            <p:cNvSpPr/>
            <p:nvPr/>
          </p:nvSpPr>
          <p:spPr>
            <a:xfrm>
              <a:off x="-747360" y="696240"/>
              <a:ext cx="1015200" cy="1832400"/>
            </a:xfrm>
            <a:custGeom>
              <a:avLst/>
              <a:gdLst>
                <a:gd name="textAreaLeft" fmla="*/ 0 w 1015200"/>
                <a:gd name="textAreaRight" fmla="*/ 1015560 w 1015200"/>
                <a:gd name="textAreaTop" fmla="*/ 0 h 1832400"/>
                <a:gd name="textAreaBottom" fmla="*/ 1832760 h 1832400"/>
              </a:gdLst>
              <a:ahLst/>
              <a:cxnLst/>
              <a:rect l="textAreaLeft" t="textAreaTop" r="textAreaRight" b="textAreaBottom"/>
              <a:pathLst>
                <a:path w="14977" h="27030">
                  <a:moveTo>
                    <a:pt x="13560" y="1"/>
                  </a:moveTo>
                  <a:cubicBezTo>
                    <a:pt x="13118" y="1"/>
                    <a:pt x="12688" y="230"/>
                    <a:pt x="12451" y="640"/>
                  </a:cubicBezTo>
                  <a:cubicBezTo>
                    <a:pt x="11280" y="2669"/>
                    <a:pt x="10172" y="4729"/>
                    <a:pt x="9060" y="6787"/>
                  </a:cubicBezTo>
                  <a:cubicBezTo>
                    <a:pt x="7954" y="8849"/>
                    <a:pt x="6871" y="10922"/>
                    <a:pt x="5803" y="13001"/>
                  </a:cubicBezTo>
                  <a:cubicBezTo>
                    <a:pt x="5265" y="14038"/>
                    <a:pt x="4740" y="15082"/>
                    <a:pt x="4209" y="16124"/>
                  </a:cubicBezTo>
                  <a:lnTo>
                    <a:pt x="2637" y="19258"/>
                  </a:lnTo>
                  <a:cubicBezTo>
                    <a:pt x="2119" y="20305"/>
                    <a:pt x="1597" y="21350"/>
                    <a:pt x="1085" y="22401"/>
                  </a:cubicBezTo>
                  <a:lnTo>
                    <a:pt x="315" y="23975"/>
                  </a:lnTo>
                  <a:cubicBezTo>
                    <a:pt x="251" y="24107"/>
                    <a:pt x="181" y="24235"/>
                    <a:pt x="129" y="24372"/>
                  </a:cubicBezTo>
                  <a:cubicBezTo>
                    <a:pt x="77" y="24510"/>
                    <a:pt x="40" y="24654"/>
                    <a:pt x="21" y="24807"/>
                  </a:cubicBezTo>
                  <a:cubicBezTo>
                    <a:pt x="1" y="24961"/>
                    <a:pt x="1" y="25123"/>
                    <a:pt x="23" y="25296"/>
                  </a:cubicBezTo>
                  <a:cubicBezTo>
                    <a:pt x="46" y="25470"/>
                    <a:pt x="84" y="25650"/>
                    <a:pt x="182" y="25860"/>
                  </a:cubicBezTo>
                  <a:cubicBezTo>
                    <a:pt x="512" y="26571"/>
                    <a:pt x="1231" y="27029"/>
                    <a:pt x="2012" y="27029"/>
                  </a:cubicBezTo>
                  <a:cubicBezTo>
                    <a:pt x="2165" y="27029"/>
                    <a:pt x="2320" y="27012"/>
                    <a:pt x="2475" y="26975"/>
                  </a:cubicBezTo>
                  <a:cubicBezTo>
                    <a:pt x="2699" y="26922"/>
                    <a:pt x="2866" y="26841"/>
                    <a:pt x="3017" y="26752"/>
                  </a:cubicBezTo>
                  <a:cubicBezTo>
                    <a:pt x="3167" y="26662"/>
                    <a:pt x="3295" y="26562"/>
                    <a:pt x="3401" y="26451"/>
                  </a:cubicBezTo>
                  <a:cubicBezTo>
                    <a:pt x="3511" y="26344"/>
                    <a:pt x="3601" y="26224"/>
                    <a:pt x="3678" y="26099"/>
                  </a:cubicBezTo>
                  <a:cubicBezTo>
                    <a:pt x="3752" y="25974"/>
                    <a:pt x="3811" y="25838"/>
                    <a:pt x="3876" y="25707"/>
                  </a:cubicBezTo>
                  <a:lnTo>
                    <a:pt x="4639" y="24130"/>
                  </a:lnTo>
                  <a:cubicBezTo>
                    <a:pt x="5150" y="23078"/>
                    <a:pt x="5649" y="22022"/>
                    <a:pt x="6153" y="20969"/>
                  </a:cubicBezTo>
                  <a:lnTo>
                    <a:pt x="7649" y="17797"/>
                  </a:lnTo>
                  <a:cubicBezTo>
                    <a:pt x="8142" y="16737"/>
                    <a:pt x="8638" y="15679"/>
                    <a:pt x="9123" y="14615"/>
                  </a:cubicBezTo>
                  <a:cubicBezTo>
                    <a:pt x="10099" y="12491"/>
                    <a:pt x="11060" y="10360"/>
                    <a:pt x="12001" y="8219"/>
                  </a:cubicBezTo>
                  <a:cubicBezTo>
                    <a:pt x="12934" y="6073"/>
                    <a:pt x="13870" y="3929"/>
                    <a:pt x="14744" y="1755"/>
                  </a:cubicBezTo>
                  <a:cubicBezTo>
                    <a:pt x="14977" y="1174"/>
                    <a:pt x="14755" y="494"/>
                    <a:pt x="14197" y="172"/>
                  </a:cubicBezTo>
                  <a:cubicBezTo>
                    <a:pt x="13996" y="56"/>
                    <a:pt x="13776" y="1"/>
                    <a:pt x="1356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204;p4"/>
            <p:cNvSpPr/>
            <p:nvPr/>
          </p:nvSpPr>
          <p:spPr>
            <a:xfrm>
              <a:off x="-765720" y="684720"/>
              <a:ext cx="1015200" cy="1832400"/>
            </a:xfrm>
            <a:custGeom>
              <a:avLst/>
              <a:gdLst>
                <a:gd name="textAreaLeft" fmla="*/ 0 w 1015200"/>
                <a:gd name="textAreaRight" fmla="*/ 1015560 w 1015200"/>
                <a:gd name="textAreaTop" fmla="*/ 0 h 1832400"/>
                <a:gd name="textAreaBottom" fmla="*/ 1832760 h 1832400"/>
              </a:gdLst>
              <a:ahLst/>
              <a:cxnLst/>
              <a:rect l="textAreaLeft" t="textAreaTop" r="textAreaRight" b="textAreaBottom"/>
              <a:pathLst>
                <a:path w="14977" h="27029">
                  <a:moveTo>
                    <a:pt x="13558" y="1"/>
                  </a:moveTo>
                  <a:cubicBezTo>
                    <a:pt x="13117" y="1"/>
                    <a:pt x="12687" y="230"/>
                    <a:pt x="12451" y="640"/>
                  </a:cubicBezTo>
                  <a:cubicBezTo>
                    <a:pt x="11278" y="2669"/>
                    <a:pt x="10172" y="4730"/>
                    <a:pt x="9059" y="6787"/>
                  </a:cubicBezTo>
                  <a:cubicBezTo>
                    <a:pt x="7954" y="8850"/>
                    <a:pt x="6870" y="10920"/>
                    <a:pt x="5803" y="13000"/>
                  </a:cubicBezTo>
                  <a:cubicBezTo>
                    <a:pt x="5264" y="14039"/>
                    <a:pt x="4739" y="15082"/>
                    <a:pt x="4208" y="16124"/>
                  </a:cubicBezTo>
                  <a:lnTo>
                    <a:pt x="2637" y="19258"/>
                  </a:lnTo>
                  <a:cubicBezTo>
                    <a:pt x="2119" y="20304"/>
                    <a:pt x="1596" y="21350"/>
                    <a:pt x="1084" y="22401"/>
                  </a:cubicBezTo>
                  <a:lnTo>
                    <a:pt x="314" y="23975"/>
                  </a:lnTo>
                  <a:cubicBezTo>
                    <a:pt x="251" y="24108"/>
                    <a:pt x="180" y="24236"/>
                    <a:pt x="129" y="24372"/>
                  </a:cubicBezTo>
                  <a:cubicBezTo>
                    <a:pt x="77" y="24511"/>
                    <a:pt x="39" y="24654"/>
                    <a:pt x="21" y="24807"/>
                  </a:cubicBezTo>
                  <a:cubicBezTo>
                    <a:pt x="1" y="24960"/>
                    <a:pt x="1" y="25122"/>
                    <a:pt x="22" y="25295"/>
                  </a:cubicBezTo>
                  <a:cubicBezTo>
                    <a:pt x="45" y="25469"/>
                    <a:pt x="84" y="25650"/>
                    <a:pt x="182" y="25860"/>
                  </a:cubicBezTo>
                  <a:cubicBezTo>
                    <a:pt x="512" y="26572"/>
                    <a:pt x="1230" y="27029"/>
                    <a:pt x="2012" y="27029"/>
                  </a:cubicBezTo>
                  <a:cubicBezTo>
                    <a:pt x="2165" y="27029"/>
                    <a:pt x="2319" y="27012"/>
                    <a:pt x="2474" y="26976"/>
                  </a:cubicBezTo>
                  <a:cubicBezTo>
                    <a:pt x="2699" y="26922"/>
                    <a:pt x="2864" y="26840"/>
                    <a:pt x="3017" y="26753"/>
                  </a:cubicBezTo>
                  <a:cubicBezTo>
                    <a:pt x="3165" y="26662"/>
                    <a:pt x="3293" y="26563"/>
                    <a:pt x="3401" y="26452"/>
                  </a:cubicBezTo>
                  <a:cubicBezTo>
                    <a:pt x="3510" y="26342"/>
                    <a:pt x="3600" y="26224"/>
                    <a:pt x="3677" y="26099"/>
                  </a:cubicBezTo>
                  <a:cubicBezTo>
                    <a:pt x="3752" y="25973"/>
                    <a:pt x="3810" y="25839"/>
                    <a:pt x="3874" y="25708"/>
                  </a:cubicBezTo>
                  <a:lnTo>
                    <a:pt x="4639" y="24129"/>
                  </a:lnTo>
                  <a:cubicBezTo>
                    <a:pt x="5149" y="23079"/>
                    <a:pt x="5649" y="22022"/>
                    <a:pt x="6152" y="20968"/>
                  </a:cubicBezTo>
                  <a:lnTo>
                    <a:pt x="7649" y="17797"/>
                  </a:lnTo>
                  <a:cubicBezTo>
                    <a:pt x="8140" y="16737"/>
                    <a:pt x="8636" y="15679"/>
                    <a:pt x="9121" y="14616"/>
                  </a:cubicBezTo>
                  <a:cubicBezTo>
                    <a:pt x="10098" y="12492"/>
                    <a:pt x="11059" y="10359"/>
                    <a:pt x="11999" y="8218"/>
                  </a:cubicBezTo>
                  <a:cubicBezTo>
                    <a:pt x="12932" y="6072"/>
                    <a:pt x="13868" y="3930"/>
                    <a:pt x="14742" y="1755"/>
                  </a:cubicBezTo>
                  <a:lnTo>
                    <a:pt x="14743" y="1755"/>
                  </a:lnTo>
                  <a:cubicBezTo>
                    <a:pt x="14977" y="1174"/>
                    <a:pt x="14753" y="495"/>
                    <a:pt x="14197" y="172"/>
                  </a:cubicBezTo>
                  <a:cubicBezTo>
                    <a:pt x="13995" y="56"/>
                    <a:pt x="13775" y="1"/>
                    <a:pt x="1355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205;p4"/>
            <p:cNvSpPr/>
            <p:nvPr/>
          </p:nvSpPr>
          <p:spPr>
            <a:xfrm>
              <a:off x="-47160" y="5760"/>
              <a:ext cx="608400" cy="768240"/>
            </a:xfrm>
            <a:custGeom>
              <a:avLst/>
              <a:gdLst>
                <a:gd name="textAreaLeft" fmla="*/ 0 w 608400"/>
                <a:gd name="textAreaRight" fmla="*/ 608760 w 608400"/>
                <a:gd name="textAreaTop" fmla="*/ 0 h 768240"/>
                <a:gd name="textAreaBottom" fmla="*/ 768600 h 768240"/>
              </a:gdLst>
              <a:ahLst/>
              <a:cxnLst/>
              <a:rect l="textAreaLeft" t="textAreaTop" r="textAreaRight" b="textAreaBottom"/>
              <a:pathLst>
                <a:path w="8975" h="11332">
                  <a:moveTo>
                    <a:pt x="7607" y="1917"/>
                  </a:moveTo>
                  <a:lnTo>
                    <a:pt x="7607" y="1919"/>
                  </a:lnTo>
                  <a:cubicBezTo>
                    <a:pt x="7607" y="1919"/>
                    <a:pt x="7609" y="1921"/>
                    <a:pt x="7612" y="1925"/>
                  </a:cubicBezTo>
                  <a:lnTo>
                    <a:pt x="7612" y="1925"/>
                  </a:lnTo>
                  <a:cubicBezTo>
                    <a:pt x="7610" y="1923"/>
                    <a:pt x="7609" y="1920"/>
                    <a:pt x="7607" y="1917"/>
                  </a:cubicBezTo>
                  <a:close/>
                  <a:moveTo>
                    <a:pt x="5598" y="0"/>
                  </a:moveTo>
                  <a:cubicBezTo>
                    <a:pt x="5599" y="1"/>
                    <a:pt x="6833" y="1241"/>
                    <a:pt x="5434" y="3221"/>
                  </a:cubicBezTo>
                  <a:cubicBezTo>
                    <a:pt x="5680" y="2189"/>
                    <a:pt x="5512" y="1348"/>
                    <a:pt x="5512" y="1347"/>
                  </a:cubicBezTo>
                  <a:lnTo>
                    <a:pt x="5512" y="1347"/>
                  </a:lnTo>
                  <a:cubicBezTo>
                    <a:pt x="5567" y="2244"/>
                    <a:pt x="4685" y="3550"/>
                    <a:pt x="4014" y="4407"/>
                  </a:cubicBezTo>
                  <a:cubicBezTo>
                    <a:pt x="3677" y="4834"/>
                    <a:pt x="3300" y="5227"/>
                    <a:pt x="2902" y="5598"/>
                  </a:cubicBezTo>
                  <a:cubicBezTo>
                    <a:pt x="1" y="8302"/>
                    <a:pt x="2181" y="10453"/>
                    <a:pt x="2181" y="10453"/>
                  </a:cubicBezTo>
                  <a:lnTo>
                    <a:pt x="4699" y="11331"/>
                  </a:lnTo>
                  <a:cubicBezTo>
                    <a:pt x="7468" y="9784"/>
                    <a:pt x="8498" y="8017"/>
                    <a:pt x="8640" y="6348"/>
                  </a:cubicBezTo>
                  <a:cubicBezTo>
                    <a:pt x="8975" y="4120"/>
                    <a:pt x="7695" y="2057"/>
                    <a:pt x="7612" y="1925"/>
                  </a:cubicBezTo>
                  <a:lnTo>
                    <a:pt x="7612" y="1925"/>
                  </a:lnTo>
                  <a:cubicBezTo>
                    <a:pt x="7842" y="2365"/>
                    <a:pt x="7991" y="2900"/>
                    <a:pt x="8085" y="3431"/>
                  </a:cubicBezTo>
                  <a:cubicBezTo>
                    <a:pt x="7199" y="1431"/>
                    <a:pt x="5599" y="1"/>
                    <a:pt x="559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206;p4"/>
            <p:cNvSpPr/>
            <p:nvPr/>
          </p:nvSpPr>
          <p:spPr>
            <a:xfrm>
              <a:off x="-55800" y="0"/>
              <a:ext cx="609120" cy="76824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768240"/>
                <a:gd name="textAreaBottom" fmla="*/ 768600 h 768240"/>
              </a:gdLst>
              <a:ahLst/>
              <a:cxnLst/>
              <a:rect l="textAreaLeft" t="textAreaTop" r="textAreaRight" b="textAreaBottom"/>
              <a:pathLst>
                <a:path w="8988" h="11332">
                  <a:moveTo>
                    <a:pt x="5600" y="0"/>
                  </a:moveTo>
                  <a:cubicBezTo>
                    <a:pt x="5600" y="1"/>
                    <a:pt x="6833" y="1241"/>
                    <a:pt x="5434" y="3221"/>
                  </a:cubicBezTo>
                  <a:cubicBezTo>
                    <a:pt x="5680" y="2189"/>
                    <a:pt x="5512" y="1348"/>
                    <a:pt x="5512" y="1347"/>
                  </a:cubicBezTo>
                  <a:lnTo>
                    <a:pt x="5512" y="1347"/>
                  </a:lnTo>
                  <a:cubicBezTo>
                    <a:pt x="5568" y="2244"/>
                    <a:pt x="4686" y="3550"/>
                    <a:pt x="4014" y="4407"/>
                  </a:cubicBezTo>
                  <a:cubicBezTo>
                    <a:pt x="3679" y="4834"/>
                    <a:pt x="3302" y="5227"/>
                    <a:pt x="2903" y="5598"/>
                  </a:cubicBezTo>
                  <a:cubicBezTo>
                    <a:pt x="0" y="8304"/>
                    <a:pt x="2181" y="10453"/>
                    <a:pt x="2181" y="10453"/>
                  </a:cubicBezTo>
                  <a:lnTo>
                    <a:pt x="4700" y="11331"/>
                  </a:lnTo>
                  <a:cubicBezTo>
                    <a:pt x="7468" y="9784"/>
                    <a:pt x="8499" y="8019"/>
                    <a:pt x="8642" y="6348"/>
                  </a:cubicBezTo>
                  <a:cubicBezTo>
                    <a:pt x="8987" y="4046"/>
                    <a:pt x="7609" y="1919"/>
                    <a:pt x="7609" y="1919"/>
                  </a:cubicBezTo>
                  <a:lnTo>
                    <a:pt x="7609" y="1919"/>
                  </a:lnTo>
                  <a:cubicBezTo>
                    <a:pt x="7840" y="2359"/>
                    <a:pt x="7990" y="2899"/>
                    <a:pt x="8086" y="3431"/>
                  </a:cubicBezTo>
                  <a:cubicBezTo>
                    <a:pt x="7200" y="1431"/>
                    <a:pt x="5600" y="1"/>
                    <a:pt x="560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207;p4"/>
            <p:cNvSpPr/>
            <p:nvPr/>
          </p:nvSpPr>
          <p:spPr>
            <a:xfrm>
              <a:off x="36000" y="680760"/>
              <a:ext cx="254160" cy="21240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212400"/>
                <a:gd name="textAreaBottom" fmla="*/ 212760 h 212400"/>
              </a:gdLst>
              <a:ahLst/>
              <a:cxnLst/>
              <a:rect l="textAreaLeft" t="textAreaTop" r="textAreaRight" b="textAreaBottom"/>
              <a:pathLst>
                <a:path w="3751" h="3140">
                  <a:moveTo>
                    <a:pt x="1278" y="0"/>
                  </a:moveTo>
                  <a:lnTo>
                    <a:pt x="1" y="1570"/>
                  </a:lnTo>
                  <a:lnTo>
                    <a:pt x="3116" y="3139"/>
                  </a:lnTo>
                  <a:lnTo>
                    <a:pt x="3751" y="803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208;p4"/>
            <p:cNvSpPr/>
            <p:nvPr/>
          </p:nvSpPr>
          <p:spPr>
            <a:xfrm>
              <a:off x="29520" y="654840"/>
              <a:ext cx="249120" cy="212760"/>
            </a:xfrm>
            <a:custGeom>
              <a:avLst/>
              <a:gdLst>
                <a:gd name="textAreaLeft" fmla="*/ 0 w 249120"/>
                <a:gd name="textAreaRight" fmla="*/ 249480 w 249120"/>
                <a:gd name="textAreaTop" fmla="*/ 0 h 212760"/>
                <a:gd name="textAreaBottom" fmla="*/ 213120 h 212760"/>
              </a:gdLst>
              <a:ahLst/>
              <a:cxnLst/>
              <a:rect l="textAreaLeft" t="textAreaTop" r="textAreaRight" b="textAreaBottom"/>
              <a:pathLst>
                <a:path w="3678" h="3141">
                  <a:moveTo>
                    <a:pt x="1278" y="1"/>
                  </a:moveTo>
                  <a:lnTo>
                    <a:pt x="1" y="1572"/>
                  </a:lnTo>
                  <a:lnTo>
                    <a:pt x="3115" y="3141"/>
                  </a:lnTo>
                  <a:lnTo>
                    <a:pt x="3677" y="1169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209;p4"/>
            <p:cNvSpPr/>
            <p:nvPr/>
          </p:nvSpPr>
          <p:spPr>
            <a:xfrm>
              <a:off x="-651960" y="1659960"/>
              <a:ext cx="274320" cy="57672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576720"/>
                <a:gd name="textAreaBottom" fmla="*/ 577080 h 576720"/>
              </a:gdLst>
              <a:ahLst/>
              <a:cxnLst/>
              <a:rect l="textAreaLeft" t="textAreaTop" r="textAreaRight" b="textAreaBottom"/>
              <a:pathLst>
                <a:path w="4053" h="8510">
                  <a:moveTo>
                    <a:pt x="4053" y="1"/>
                  </a:moveTo>
                  <a:lnTo>
                    <a:pt x="4053" y="1"/>
                  </a:lnTo>
                  <a:cubicBezTo>
                    <a:pt x="2622" y="2782"/>
                    <a:pt x="1259" y="5646"/>
                    <a:pt x="0" y="8510"/>
                  </a:cubicBezTo>
                  <a:cubicBezTo>
                    <a:pt x="1431" y="5727"/>
                    <a:pt x="2793" y="2864"/>
                    <a:pt x="405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210;p4"/>
            <p:cNvSpPr/>
            <p:nvPr/>
          </p:nvSpPr>
          <p:spPr>
            <a:xfrm>
              <a:off x="-335880" y="951840"/>
              <a:ext cx="336600" cy="621720"/>
            </a:xfrm>
            <a:custGeom>
              <a:avLst/>
              <a:gdLst>
                <a:gd name="textAreaLeft" fmla="*/ 0 w 336600"/>
                <a:gd name="textAreaRight" fmla="*/ 336960 w 336600"/>
                <a:gd name="textAreaTop" fmla="*/ 0 h 621720"/>
                <a:gd name="textAreaBottom" fmla="*/ 622080 h 621720"/>
              </a:gdLst>
              <a:ahLst/>
              <a:cxnLst/>
              <a:rect l="textAreaLeft" t="textAreaTop" r="textAreaRight" b="textAreaBottom"/>
              <a:pathLst>
                <a:path w="4970" h="9172">
                  <a:moveTo>
                    <a:pt x="4970" y="1"/>
                  </a:moveTo>
                  <a:lnTo>
                    <a:pt x="4970" y="1"/>
                  </a:lnTo>
                  <a:cubicBezTo>
                    <a:pt x="3237" y="2998"/>
                    <a:pt x="1567" y="6083"/>
                    <a:pt x="1" y="9171"/>
                  </a:cubicBezTo>
                  <a:cubicBezTo>
                    <a:pt x="1732" y="6174"/>
                    <a:pt x="3404" y="3089"/>
                    <a:pt x="497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211;p4"/>
            <p:cNvSpPr/>
            <p:nvPr/>
          </p:nvSpPr>
          <p:spPr>
            <a:xfrm>
              <a:off x="66960" y="685440"/>
              <a:ext cx="92160" cy="1076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367" h="1591">
                  <a:moveTo>
                    <a:pt x="791" y="1"/>
                  </a:moveTo>
                  <a:lnTo>
                    <a:pt x="791" y="1"/>
                  </a:lnTo>
                  <a:cubicBezTo>
                    <a:pt x="499" y="333"/>
                    <a:pt x="245" y="694"/>
                    <a:pt x="1" y="1063"/>
                  </a:cubicBezTo>
                  <a:cubicBezTo>
                    <a:pt x="392" y="1243"/>
                    <a:pt x="791" y="1408"/>
                    <a:pt x="1201" y="1540"/>
                  </a:cubicBezTo>
                  <a:cubicBezTo>
                    <a:pt x="1248" y="1555"/>
                    <a:pt x="1319" y="1579"/>
                    <a:pt x="1366" y="1591"/>
                  </a:cubicBezTo>
                  <a:cubicBezTo>
                    <a:pt x="1325" y="1563"/>
                    <a:pt x="1261" y="1526"/>
                    <a:pt x="1218" y="1502"/>
                  </a:cubicBezTo>
                  <a:cubicBezTo>
                    <a:pt x="897" y="1315"/>
                    <a:pt x="562" y="1150"/>
                    <a:pt x="222" y="999"/>
                  </a:cubicBezTo>
                  <a:lnTo>
                    <a:pt x="222" y="999"/>
                  </a:lnTo>
                  <a:cubicBezTo>
                    <a:pt x="234" y="980"/>
                    <a:pt x="246" y="961"/>
                    <a:pt x="258" y="942"/>
                  </a:cubicBezTo>
                  <a:cubicBezTo>
                    <a:pt x="450" y="637"/>
                    <a:pt x="635" y="327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212;p4"/>
            <p:cNvSpPr/>
            <p:nvPr/>
          </p:nvSpPr>
          <p:spPr>
            <a:xfrm>
              <a:off x="72360" y="428400"/>
              <a:ext cx="76680" cy="18756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1135" h="2773">
                  <a:moveTo>
                    <a:pt x="1134" y="1"/>
                  </a:moveTo>
                  <a:lnTo>
                    <a:pt x="1134" y="1"/>
                  </a:lnTo>
                  <a:cubicBezTo>
                    <a:pt x="717" y="325"/>
                    <a:pt x="360" y="748"/>
                    <a:pt x="169" y="1245"/>
                  </a:cubicBezTo>
                  <a:cubicBezTo>
                    <a:pt x="38" y="1589"/>
                    <a:pt x="0" y="1982"/>
                    <a:pt x="111" y="2339"/>
                  </a:cubicBezTo>
                  <a:cubicBezTo>
                    <a:pt x="163" y="2496"/>
                    <a:pt x="236" y="2651"/>
                    <a:pt x="351" y="2772"/>
                  </a:cubicBezTo>
                  <a:cubicBezTo>
                    <a:pt x="91" y="2292"/>
                    <a:pt x="133" y="1702"/>
                    <a:pt x="346" y="1210"/>
                  </a:cubicBezTo>
                  <a:cubicBezTo>
                    <a:pt x="533" y="762"/>
                    <a:pt x="829" y="379"/>
                    <a:pt x="1134" y="1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1" name="Google Shape;213;p4"/>
          <p:cNvGrpSpPr/>
          <p:nvPr/>
        </p:nvGrpSpPr>
        <p:grpSpPr>
          <a:xfrm>
            <a:off x="8027280" y="-14400"/>
            <a:ext cx="1617480" cy="1491480"/>
            <a:chOff x="8027280" y="-14400"/>
            <a:chExt cx="1617480" cy="1491480"/>
          </a:xfrm>
        </p:grpSpPr>
        <p:sp>
          <p:nvSpPr>
            <p:cNvPr id="442" name="Google Shape;214;p4"/>
            <p:cNvSpPr/>
            <p:nvPr/>
          </p:nvSpPr>
          <p:spPr>
            <a:xfrm rot="12697200" flipV="1">
              <a:off x="8200440" y="229680"/>
              <a:ext cx="1211400" cy="1004400"/>
            </a:xfrm>
            <a:custGeom>
              <a:avLst/>
              <a:gdLst>
                <a:gd name="textAreaLeft" fmla="*/ 0 w 1211400"/>
                <a:gd name="textAreaRight" fmla="*/ 1211760 w 1211400"/>
                <a:gd name="textAreaTop" fmla="*/ 360 h 1004400"/>
                <a:gd name="textAreaBottom" fmla="*/ 1005120 h 100440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20" y="0"/>
                  </a:moveTo>
                  <a:cubicBezTo>
                    <a:pt x="279" y="0"/>
                    <a:pt x="1" y="236"/>
                    <a:pt x="27" y="552"/>
                  </a:cubicBezTo>
                  <a:lnTo>
                    <a:pt x="3817" y="10848"/>
                  </a:lnTo>
                  <a:cubicBezTo>
                    <a:pt x="3845" y="11186"/>
                    <a:pt x="4188" y="11415"/>
                    <a:pt x="4525" y="11415"/>
                  </a:cubicBezTo>
                  <a:cubicBezTo>
                    <a:pt x="4673" y="11415"/>
                    <a:pt x="4820" y="11371"/>
                    <a:pt x="4938" y="11272"/>
                  </a:cubicBezTo>
                  <a:lnTo>
                    <a:pt x="13424" y="3047"/>
                  </a:lnTo>
                  <a:cubicBezTo>
                    <a:pt x="13767" y="2761"/>
                    <a:pt x="13590" y="2235"/>
                    <a:pt x="13105" y="2100"/>
                  </a:cubicBezTo>
                  <a:lnTo>
                    <a:pt x="829" y="29"/>
                  </a:lnTo>
                  <a:cubicBezTo>
                    <a:pt x="758" y="10"/>
                    <a:pt x="688" y="0"/>
                    <a:pt x="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215;p4"/>
            <p:cNvSpPr/>
            <p:nvPr/>
          </p:nvSpPr>
          <p:spPr>
            <a:xfrm rot="12697200" flipV="1">
              <a:off x="8259840" y="228600"/>
              <a:ext cx="1211400" cy="1004400"/>
            </a:xfrm>
            <a:custGeom>
              <a:avLst/>
              <a:gdLst>
                <a:gd name="textAreaLeft" fmla="*/ 0 w 1211400"/>
                <a:gd name="textAreaRight" fmla="*/ 1211760 w 1211400"/>
                <a:gd name="textAreaTop" fmla="*/ 360 h 1004400"/>
                <a:gd name="textAreaBottom" fmla="*/ 1005120 h 100440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19" y="1"/>
                  </a:moveTo>
                  <a:cubicBezTo>
                    <a:pt x="278" y="1"/>
                    <a:pt x="0" y="237"/>
                    <a:pt x="26" y="552"/>
                  </a:cubicBezTo>
                  <a:lnTo>
                    <a:pt x="3818" y="10848"/>
                  </a:lnTo>
                  <a:cubicBezTo>
                    <a:pt x="3846" y="11186"/>
                    <a:pt x="4188" y="11416"/>
                    <a:pt x="4525" y="11416"/>
                  </a:cubicBezTo>
                  <a:cubicBezTo>
                    <a:pt x="4673" y="11416"/>
                    <a:pt x="4820" y="11372"/>
                    <a:pt x="4939" y="11273"/>
                  </a:cubicBezTo>
                  <a:lnTo>
                    <a:pt x="13425" y="3047"/>
                  </a:lnTo>
                  <a:cubicBezTo>
                    <a:pt x="13767" y="2762"/>
                    <a:pt x="13590" y="2237"/>
                    <a:pt x="13104" y="2100"/>
                  </a:cubicBezTo>
                  <a:lnTo>
                    <a:pt x="827" y="30"/>
                  </a:lnTo>
                  <a:cubicBezTo>
                    <a:pt x="757" y="10"/>
                    <a:pt x="687" y="1"/>
                    <a:pt x="61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 hasCustomPrompt="1"/>
          </p:nvPr>
        </p:nvSpPr>
        <p:spPr>
          <a:xfrm>
            <a:off x="1294560" y="1008000"/>
            <a:ext cx="3519360" cy="203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 hasCustomPrompt="1"/>
          </p:nvPr>
        </p:nvSpPr>
        <p:spPr>
          <a:xfrm>
            <a:off x="5541480" y="563040"/>
            <a:ext cx="2812680" cy="3939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grpSp>
        <p:nvGrpSpPr>
          <p:cNvPr id="101" name="Google Shape;1300;p19"/>
          <p:cNvGrpSpPr/>
          <p:nvPr/>
        </p:nvGrpSpPr>
        <p:grpSpPr>
          <a:xfrm>
            <a:off x="8536680" y="2234160"/>
            <a:ext cx="606960" cy="456840"/>
            <a:chOff x="8536680" y="2234160"/>
            <a:chExt cx="606960" cy="456840"/>
          </a:xfrm>
        </p:grpSpPr>
        <p:sp>
          <p:nvSpPr>
            <p:cNvPr id="102" name="Google Shape;1301;p19"/>
            <p:cNvSpPr/>
            <p:nvPr/>
          </p:nvSpPr>
          <p:spPr>
            <a:xfrm>
              <a:off x="8586000" y="2379600"/>
              <a:ext cx="292320" cy="28080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1554" h="1503">
                  <a:moveTo>
                    <a:pt x="979" y="0"/>
                  </a:moveTo>
                  <a:lnTo>
                    <a:pt x="1" y="702"/>
                  </a:lnTo>
                  <a:lnTo>
                    <a:pt x="575" y="1503"/>
                  </a:lnTo>
                  <a:lnTo>
                    <a:pt x="1554" y="800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302;p19"/>
            <p:cNvSpPr/>
            <p:nvPr/>
          </p:nvSpPr>
          <p:spPr>
            <a:xfrm>
              <a:off x="8546400" y="2463120"/>
              <a:ext cx="201240" cy="220680"/>
            </a:xfrm>
            <a:custGeom>
              <a:avLst/>
              <a:gdLst>
                <a:gd name="textAreaLeft" fmla="*/ 0 w 201240"/>
                <a:gd name="textAreaRight" fmla="*/ 201600 w 201240"/>
                <a:gd name="textAreaTop" fmla="*/ 0 h 220680"/>
                <a:gd name="textAreaBottom" fmla="*/ 221040 h 220680"/>
              </a:gdLst>
              <a:ahLst/>
              <a:cxnLst/>
              <a:rect l="textAreaLeft" t="textAreaTop" r="textAreaRight" b="textAreaBottom"/>
              <a:pathLst>
                <a:path w="1071" h="1181">
                  <a:moveTo>
                    <a:pt x="210" y="0"/>
                  </a:moveTo>
                  <a:cubicBezTo>
                    <a:pt x="179" y="0"/>
                    <a:pt x="151" y="8"/>
                    <a:pt x="129" y="24"/>
                  </a:cubicBezTo>
                  <a:cubicBezTo>
                    <a:pt x="1" y="115"/>
                    <a:pt x="80" y="443"/>
                    <a:pt x="304" y="757"/>
                  </a:cubicBezTo>
                  <a:cubicBezTo>
                    <a:pt x="489" y="1014"/>
                    <a:pt x="716" y="1181"/>
                    <a:pt x="861" y="1181"/>
                  </a:cubicBezTo>
                  <a:cubicBezTo>
                    <a:pt x="892" y="1181"/>
                    <a:pt x="920" y="1173"/>
                    <a:pt x="942" y="1157"/>
                  </a:cubicBezTo>
                  <a:cubicBezTo>
                    <a:pt x="1070" y="1066"/>
                    <a:pt x="991" y="738"/>
                    <a:pt x="766" y="424"/>
                  </a:cubicBezTo>
                  <a:cubicBezTo>
                    <a:pt x="582" y="167"/>
                    <a:pt x="35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1303;p19"/>
            <p:cNvSpPr/>
            <p:nvPr/>
          </p:nvSpPr>
          <p:spPr>
            <a:xfrm>
              <a:off x="8536680" y="2470320"/>
              <a:ext cx="201240" cy="220680"/>
            </a:xfrm>
            <a:custGeom>
              <a:avLst/>
              <a:gdLst>
                <a:gd name="textAreaLeft" fmla="*/ 0 w 201240"/>
                <a:gd name="textAreaRight" fmla="*/ 201600 w 201240"/>
                <a:gd name="textAreaTop" fmla="*/ 0 h 220680"/>
                <a:gd name="textAreaBottom" fmla="*/ 221040 h 220680"/>
              </a:gdLst>
              <a:ahLst/>
              <a:cxnLst/>
              <a:rect l="textAreaLeft" t="textAreaTop" r="textAreaRight" b="textAreaBottom"/>
              <a:pathLst>
                <a:path w="1070" h="1182">
                  <a:moveTo>
                    <a:pt x="209" y="1"/>
                  </a:moveTo>
                  <a:cubicBezTo>
                    <a:pt x="177" y="1"/>
                    <a:pt x="149" y="8"/>
                    <a:pt x="127" y="25"/>
                  </a:cubicBezTo>
                  <a:cubicBezTo>
                    <a:pt x="0" y="115"/>
                    <a:pt x="78" y="443"/>
                    <a:pt x="304" y="757"/>
                  </a:cubicBezTo>
                  <a:cubicBezTo>
                    <a:pt x="488" y="1014"/>
                    <a:pt x="714" y="1181"/>
                    <a:pt x="859" y="1181"/>
                  </a:cubicBezTo>
                  <a:cubicBezTo>
                    <a:pt x="891" y="1181"/>
                    <a:pt x="918" y="1174"/>
                    <a:pt x="941" y="1157"/>
                  </a:cubicBezTo>
                  <a:cubicBezTo>
                    <a:pt x="1069" y="1067"/>
                    <a:pt x="990" y="738"/>
                    <a:pt x="766" y="425"/>
                  </a:cubicBezTo>
                  <a:cubicBezTo>
                    <a:pt x="581" y="168"/>
                    <a:pt x="354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304;p19"/>
            <p:cNvSpPr/>
            <p:nvPr/>
          </p:nvSpPr>
          <p:spPr>
            <a:xfrm>
              <a:off x="8677800" y="2247120"/>
              <a:ext cx="351720" cy="33012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330120"/>
                <a:gd name="textAreaBottom" fmla="*/ 330480 h 330120"/>
              </a:gdLst>
              <a:ahLst/>
              <a:cxnLst/>
              <a:rect l="textAreaLeft" t="textAreaTop" r="textAreaRight" b="textAreaBottom"/>
              <a:pathLst>
                <a:path w="1869" h="1767">
                  <a:moveTo>
                    <a:pt x="582" y="0"/>
                  </a:moveTo>
                  <a:cubicBezTo>
                    <a:pt x="574" y="0"/>
                    <a:pt x="567" y="0"/>
                    <a:pt x="559" y="1"/>
                  </a:cubicBezTo>
                  <a:cubicBezTo>
                    <a:pt x="1" y="368"/>
                    <a:pt x="335" y="792"/>
                    <a:pt x="335" y="792"/>
                  </a:cubicBezTo>
                  <a:cubicBezTo>
                    <a:pt x="961" y="1142"/>
                    <a:pt x="896" y="1607"/>
                    <a:pt x="896" y="1607"/>
                  </a:cubicBezTo>
                  <a:cubicBezTo>
                    <a:pt x="1010" y="1726"/>
                    <a:pt x="1133" y="1766"/>
                    <a:pt x="1248" y="1766"/>
                  </a:cubicBezTo>
                  <a:cubicBezTo>
                    <a:pt x="1497" y="1766"/>
                    <a:pt x="1707" y="1575"/>
                    <a:pt x="1707" y="1575"/>
                  </a:cubicBezTo>
                  <a:lnTo>
                    <a:pt x="1720" y="1558"/>
                  </a:lnTo>
                  <a:cubicBezTo>
                    <a:pt x="1868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305;p19"/>
            <p:cNvSpPr/>
            <p:nvPr/>
          </p:nvSpPr>
          <p:spPr>
            <a:xfrm>
              <a:off x="8916120" y="2234160"/>
              <a:ext cx="227520" cy="171000"/>
            </a:xfrm>
            <a:custGeom>
              <a:avLst/>
              <a:gdLst>
                <a:gd name="textAreaLeft" fmla="*/ 0 w 227520"/>
                <a:gd name="textAreaRight" fmla="*/ 227880 w 22752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1210" h="916">
                  <a:moveTo>
                    <a:pt x="1209" y="0"/>
                  </a:moveTo>
                  <a:lnTo>
                    <a:pt x="0" y="753"/>
                  </a:lnTo>
                  <a:cubicBezTo>
                    <a:pt x="55" y="787"/>
                    <a:pt x="117" y="915"/>
                    <a:pt x="117" y="915"/>
                  </a:cubicBezTo>
                  <a:lnTo>
                    <a:pt x="120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5680" bIns="85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306;p19"/>
            <p:cNvSpPr/>
            <p:nvPr/>
          </p:nvSpPr>
          <p:spPr>
            <a:xfrm>
              <a:off x="8672760" y="2252880"/>
              <a:ext cx="351360" cy="330120"/>
            </a:xfrm>
            <a:custGeom>
              <a:avLst/>
              <a:gdLst>
                <a:gd name="textAreaLeft" fmla="*/ 0 w 351360"/>
                <a:gd name="textAreaRight" fmla="*/ 351720 w 351360"/>
                <a:gd name="textAreaTop" fmla="*/ 0 h 330120"/>
                <a:gd name="textAreaBottom" fmla="*/ 330480 h 330120"/>
              </a:gdLst>
              <a:ahLst/>
              <a:cxnLst/>
              <a:rect l="textAreaLeft" t="textAreaTop" r="textAreaRight" b="textAreaBottom"/>
              <a:pathLst>
                <a:path w="1867" h="1766">
                  <a:moveTo>
                    <a:pt x="582" y="0"/>
                  </a:moveTo>
                  <a:cubicBezTo>
                    <a:pt x="574" y="0"/>
                    <a:pt x="566" y="1"/>
                    <a:pt x="558" y="1"/>
                  </a:cubicBezTo>
                  <a:cubicBezTo>
                    <a:pt x="0" y="368"/>
                    <a:pt x="332" y="792"/>
                    <a:pt x="332" y="792"/>
                  </a:cubicBezTo>
                  <a:cubicBezTo>
                    <a:pt x="960" y="1142"/>
                    <a:pt x="895" y="1607"/>
                    <a:pt x="895" y="1607"/>
                  </a:cubicBezTo>
                  <a:cubicBezTo>
                    <a:pt x="1009" y="1725"/>
                    <a:pt x="1131" y="1766"/>
                    <a:pt x="1246" y="1766"/>
                  </a:cubicBezTo>
                  <a:cubicBezTo>
                    <a:pt x="1494" y="1766"/>
                    <a:pt x="1705" y="1575"/>
                    <a:pt x="1705" y="1575"/>
                  </a:cubicBezTo>
                  <a:lnTo>
                    <a:pt x="1718" y="1558"/>
                  </a:lnTo>
                  <a:cubicBezTo>
                    <a:pt x="1866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307;p19"/>
            <p:cNvSpPr/>
            <p:nvPr/>
          </p:nvSpPr>
          <p:spPr>
            <a:xfrm>
              <a:off x="8735040" y="2400840"/>
              <a:ext cx="114120" cy="15228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52280"/>
                <a:gd name="textAreaBottom" fmla="*/ 152640 h 152280"/>
              </a:gdLst>
              <a:ahLst/>
              <a:cxnLst/>
              <a:rect l="textAreaLeft" t="textAreaTop" r="textAreaRight" b="textAreaBottom"/>
              <a:pathLst>
                <a:path w="608" h="816">
                  <a:moveTo>
                    <a:pt x="13" y="1"/>
                  </a:moveTo>
                  <a:cubicBezTo>
                    <a:pt x="9" y="1"/>
                    <a:pt x="5" y="1"/>
                    <a:pt x="0" y="1"/>
                  </a:cubicBezTo>
                  <a:cubicBezTo>
                    <a:pt x="0" y="1"/>
                    <a:pt x="566" y="237"/>
                    <a:pt x="563" y="816"/>
                  </a:cubicBezTo>
                  <a:cubicBezTo>
                    <a:pt x="563" y="816"/>
                    <a:pt x="608" y="776"/>
                    <a:pt x="572" y="529"/>
                  </a:cubicBezTo>
                  <a:cubicBezTo>
                    <a:pt x="538" y="297"/>
                    <a:pt x="216" y="1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308;p19"/>
            <p:cNvSpPr/>
            <p:nvPr/>
          </p:nvSpPr>
          <p:spPr>
            <a:xfrm>
              <a:off x="8561880" y="2489040"/>
              <a:ext cx="61200" cy="5976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27" h="321">
                  <a:moveTo>
                    <a:pt x="116" y="1"/>
                  </a:moveTo>
                  <a:cubicBezTo>
                    <a:pt x="92" y="1"/>
                    <a:pt x="68" y="7"/>
                    <a:pt x="45" y="24"/>
                  </a:cubicBezTo>
                  <a:cubicBezTo>
                    <a:pt x="1" y="71"/>
                    <a:pt x="4" y="130"/>
                    <a:pt x="11" y="178"/>
                  </a:cubicBezTo>
                  <a:cubicBezTo>
                    <a:pt x="20" y="228"/>
                    <a:pt x="35" y="276"/>
                    <a:pt x="60" y="320"/>
                  </a:cubicBezTo>
                  <a:cubicBezTo>
                    <a:pt x="53" y="270"/>
                    <a:pt x="44" y="223"/>
                    <a:pt x="43" y="175"/>
                  </a:cubicBezTo>
                  <a:cubicBezTo>
                    <a:pt x="41" y="129"/>
                    <a:pt x="45" y="79"/>
                    <a:pt x="73" y="54"/>
                  </a:cubicBezTo>
                  <a:cubicBezTo>
                    <a:pt x="84" y="43"/>
                    <a:pt x="101" y="39"/>
                    <a:pt x="120" y="39"/>
                  </a:cubicBezTo>
                  <a:cubicBezTo>
                    <a:pt x="142" y="39"/>
                    <a:pt x="168" y="45"/>
                    <a:pt x="192" y="54"/>
                  </a:cubicBezTo>
                  <a:cubicBezTo>
                    <a:pt x="237" y="67"/>
                    <a:pt x="280" y="90"/>
                    <a:pt x="326" y="109"/>
                  </a:cubicBezTo>
                  <a:cubicBezTo>
                    <a:pt x="290" y="76"/>
                    <a:pt x="250" y="46"/>
                    <a:pt x="204" y="24"/>
                  </a:cubicBezTo>
                  <a:cubicBezTo>
                    <a:pt x="179" y="12"/>
                    <a:pt x="148" y="1"/>
                    <a:pt x="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309;p19"/>
            <p:cNvSpPr/>
            <p:nvPr/>
          </p:nvSpPr>
          <p:spPr>
            <a:xfrm>
              <a:off x="8651160" y="2414520"/>
              <a:ext cx="87480" cy="6768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467" h="363">
                  <a:moveTo>
                    <a:pt x="467" y="0"/>
                  </a:moveTo>
                  <a:lnTo>
                    <a:pt x="467" y="0"/>
                  </a:lnTo>
                  <a:cubicBezTo>
                    <a:pt x="377" y="46"/>
                    <a:pt x="300" y="107"/>
                    <a:pt x="220" y="164"/>
                  </a:cubicBezTo>
                  <a:cubicBezTo>
                    <a:pt x="144" y="228"/>
                    <a:pt x="67" y="288"/>
                    <a:pt x="0" y="363"/>
                  </a:cubicBezTo>
                  <a:cubicBezTo>
                    <a:pt x="88" y="315"/>
                    <a:pt x="167" y="256"/>
                    <a:pt x="246" y="197"/>
                  </a:cubicBezTo>
                  <a:cubicBezTo>
                    <a:pt x="323" y="136"/>
                    <a:pt x="399" y="74"/>
                    <a:pt x="467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310;p19"/>
            <p:cNvSpPr/>
            <p:nvPr/>
          </p:nvSpPr>
          <p:spPr>
            <a:xfrm>
              <a:off x="8727840" y="2266200"/>
              <a:ext cx="59040" cy="12492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316" h="670">
                  <a:moveTo>
                    <a:pt x="316" y="0"/>
                  </a:moveTo>
                  <a:lnTo>
                    <a:pt x="316" y="0"/>
                  </a:lnTo>
                  <a:cubicBezTo>
                    <a:pt x="255" y="34"/>
                    <a:pt x="202" y="75"/>
                    <a:pt x="155" y="123"/>
                  </a:cubicBezTo>
                  <a:cubicBezTo>
                    <a:pt x="107" y="172"/>
                    <a:pt x="65" y="228"/>
                    <a:pt x="38" y="291"/>
                  </a:cubicBezTo>
                  <a:cubicBezTo>
                    <a:pt x="12" y="356"/>
                    <a:pt x="1" y="429"/>
                    <a:pt x="16" y="498"/>
                  </a:cubicBezTo>
                  <a:cubicBezTo>
                    <a:pt x="31" y="567"/>
                    <a:pt x="77" y="624"/>
                    <a:pt x="124" y="670"/>
                  </a:cubicBezTo>
                  <a:cubicBezTo>
                    <a:pt x="90" y="612"/>
                    <a:pt x="54" y="556"/>
                    <a:pt x="48" y="493"/>
                  </a:cubicBezTo>
                  <a:cubicBezTo>
                    <a:pt x="39" y="429"/>
                    <a:pt x="49" y="366"/>
                    <a:pt x="75" y="308"/>
                  </a:cubicBezTo>
                  <a:cubicBezTo>
                    <a:pt x="98" y="248"/>
                    <a:pt x="137" y="196"/>
                    <a:pt x="179" y="144"/>
                  </a:cubicBezTo>
                  <a:cubicBezTo>
                    <a:pt x="219" y="94"/>
                    <a:pt x="265" y="46"/>
                    <a:pt x="316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640" bIns="62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311;p19"/>
            <p:cNvSpPr/>
            <p:nvPr/>
          </p:nvSpPr>
          <p:spPr>
            <a:xfrm>
              <a:off x="8759160" y="2639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5" h="24">
                  <a:moveTo>
                    <a:pt x="15" y="1"/>
                  </a:moveTo>
                  <a:cubicBezTo>
                    <a:pt x="0" y="3"/>
                    <a:pt x="3" y="12"/>
                    <a:pt x="10" y="24"/>
                  </a:cubicBezTo>
                  <a:cubicBezTo>
                    <a:pt x="12" y="16"/>
                    <a:pt x="12" y="8"/>
                    <a:pt x="15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312;p19"/>
            <p:cNvSpPr/>
            <p:nvPr/>
          </p:nvSpPr>
          <p:spPr>
            <a:xfrm>
              <a:off x="8793000" y="257148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9" h="69">
                  <a:moveTo>
                    <a:pt x="19" y="1"/>
                  </a:moveTo>
                  <a:cubicBezTo>
                    <a:pt x="19" y="2"/>
                    <a:pt x="19" y="3"/>
                    <a:pt x="19" y="4"/>
                  </a:cubicBezTo>
                  <a:lnTo>
                    <a:pt x="19" y="4"/>
                  </a:lnTo>
                  <a:cubicBezTo>
                    <a:pt x="19" y="3"/>
                    <a:pt x="19" y="2"/>
                    <a:pt x="19" y="1"/>
                  </a:cubicBezTo>
                  <a:close/>
                  <a:moveTo>
                    <a:pt x="19" y="4"/>
                  </a:moveTo>
                  <a:cubicBezTo>
                    <a:pt x="17" y="21"/>
                    <a:pt x="7" y="45"/>
                    <a:pt x="0" y="68"/>
                  </a:cubicBezTo>
                  <a:cubicBezTo>
                    <a:pt x="11" y="60"/>
                    <a:pt x="17" y="41"/>
                    <a:pt x="19" y="4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313;p19"/>
            <p:cNvSpPr/>
            <p:nvPr/>
          </p:nvSpPr>
          <p:spPr>
            <a:xfrm>
              <a:off x="8886600" y="268992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38" h="41">
                  <a:moveTo>
                    <a:pt x="23" y="1"/>
                  </a:moveTo>
                  <a:cubicBezTo>
                    <a:pt x="5" y="29"/>
                    <a:pt x="0" y="40"/>
                    <a:pt x="3" y="40"/>
                  </a:cubicBezTo>
                  <a:cubicBezTo>
                    <a:pt x="7" y="40"/>
                    <a:pt x="21" y="27"/>
                    <a:pt x="37" y="7"/>
                  </a:cubicBezTo>
                  <a:cubicBezTo>
                    <a:pt x="33" y="5"/>
                    <a:pt x="28" y="4"/>
                    <a:pt x="23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5" name="Google Shape;1314;p19"/>
          <p:cNvGrpSpPr/>
          <p:nvPr/>
        </p:nvGrpSpPr>
        <p:grpSpPr>
          <a:xfrm>
            <a:off x="-296640" y="3739680"/>
            <a:ext cx="1483200" cy="1625040"/>
            <a:chOff x="-296640" y="3739680"/>
            <a:chExt cx="1483200" cy="1625040"/>
          </a:xfrm>
        </p:grpSpPr>
        <p:sp>
          <p:nvSpPr>
            <p:cNvPr id="116" name="Google Shape;1315;p19"/>
            <p:cNvSpPr/>
            <p:nvPr/>
          </p:nvSpPr>
          <p:spPr>
            <a:xfrm rot="11994600" flipV="1">
              <a:off x="-101160" y="3886200"/>
              <a:ext cx="1093680" cy="13320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360 h 1332000"/>
                <a:gd name="textAreaBottom" fmla="*/ 1332720 h 1332000"/>
              </a:gdLst>
              <a:ahLst/>
              <a:cxnLst/>
              <a:rect l="textAreaLeft" t="textAreaTop" r="textAreaRight" b="textAreaBottom"/>
              <a:pathLst>
                <a:path w="31710" h="38624">
                  <a:moveTo>
                    <a:pt x="21010" y="0"/>
                  </a:moveTo>
                  <a:cubicBezTo>
                    <a:pt x="20364" y="0"/>
                    <a:pt x="19879" y="174"/>
                    <a:pt x="19633" y="540"/>
                  </a:cubicBezTo>
                  <a:cubicBezTo>
                    <a:pt x="19236" y="1128"/>
                    <a:pt x="19534" y="2102"/>
                    <a:pt x="20331" y="3193"/>
                  </a:cubicBezTo>
                  <a:lnTo>
                    <a:pt x="1472" y="31165"/>
                  </a:lnTo>
                  <a:cubicBezTo>
                    <a:pt x="0" y="33348"/>
                    <a:pt x="582" y="36338"/>
                    <a:pt x="2765" y="37810"/>
                  </a:cubicBezTo>
                  <a:cubicBezTo>
                    <a:pt x="3580" y="38360"/>
                    <a:pt x="4509" y="38624"/>
                    <a:pt x="5428" y="38624"/>
                  </a:cubicBezTo>
                  <a:cubicBezTo>
                    <a:pt x="6970" y="38624"/>
                    <a:pt x="8488" y="37884"/>
                    <a:pt x="9410" y="36517"/>
                  </a:cubicBezTo>
                  <a:lnTo>
                    <a:pt x="28283" y="8523"/>
                  </a:lnTo>
                  <a:cubicBezTo>
                    <a:pt x="28751" y="8636"/>
                    <a:pt x="29179" y="8695"/>
                    <a:pt x="29553" y="8695"/>
                  </a:cubicBezTo>
                  <a:cubicBezTo>
                    <a:pt x="30199" y="8695"/>
                    <a:pt x="30682" y="8521"/>
                    <a:pt x="30929" y="8155"/>
                  </a:cubicBezTo>
                  <a:cubicBezTo>
                    <a:pt x="31709" y="6998"/>
                    <a:pt x="29814" y="4354"/>
                    <a:pt x="26694" y="2252"/>
                  </a:cubicBezTo>
                  <a:cubicBezTo>
                    <a:pt x="24560" y="813"/>
                    <a:pt x="22407" y="0"/>
                    <a:pt x="2101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316;p19"/>
            <p:cNvSpPr/>
            <p:nvPr/>
          </p:nvSpPr>
          <p:spPr>
            <a:xfrm rot="11994600" flipV="1">
              <a:off x="65880" y="4025880"/>
              <a:ext cx="771840" cy="972720"/>
            </a:xfrm>
            <a:custGeom>
              <a:avLst/>
              <a:gdLst>
                <a:gd name="textAreaLeft" fmla="*/ 0 w 771840"/>
                <a:gd name="textAreaRight" fmla="*/ 772200 w 771840"/>
                <a:gd name="textAreaTop" fmla="*/ 360 h 972720"/>
                <a:gd name="textAreaBottom" fmla="*/ 973440 h 972720"/>
              </a:gdLst>
              <a:ahLst/>
              <a:cxnLst/>
              <a:rect l="textAreaLeft" t="textAreaTop" r="textAreaRight" b="textAreaBottom"/>
              <a:pathLst>
                <a:path w="22380" h="28214">
                  <a:moveTo>
                    <a:pt x="16364" y="0"/>
                  </a:moveTo>
                  <a:lnTo>
                    <a:pt x="1043" y="22725"/>
                  </a:lnTo>
                  <a:cubicBezTo>
                    <a:pt x="1" y="24271"/>
                    <a:pt x="502" y="26447"/>
                    <a:pt x="2156" y="27562"/>
                  </a:cubicBezTo>
                  <a:cubicBezTo>
                    <a:pt x="2809" y="28002"/>
                    <a:pt x="3548" y="28214"/>
                    <a:pt x="4267" y="28214"/>
                  </a:cubicBezTo>
                  <a:cubicBezTo>
                    <a:pt x="5370" y="28214"/>
                    <a:pt x="6427" y="27716"/>
                    <a:pt x="7058" y="26781"/>
                  </a:cubicBezTo>
                  <a:lnTo>
                    <a:pt x="22379" y="4056"/>
                  </a:lnTo>
                  <a:cubicBezTo>
                    <a:pt x="20153" y="3270"/>
                    <a:pt x="18141" y="1939"/>
                    <a:pt x="16545" y="198"/>
                  </a:cubicBezTo>
                  <a:lnTo>
                    <a:pt x="1636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1317;p19"/>
            <p:cNvSpPr/>
            <p:nvPr/>
          </p:nvSpPr>
          <p:spPr>
            <a:xfrm rot="11994600" flipV="1">
              <a:off x="462240" y="4472280"/>
              <a:ext cx="59400" cy="48240"/>
            </a:xfrm>
            <a:custGeom>
              <a:avLst/>
              <a:gdLst>
                <a:gd name="textAreaLeft" fmla="*/ 0 w 59400"/>
                <a:gd name="textAreaRight" fmla="*/ 59760 w 59400"/>
                <a:gd name="textAreaTop" fmla="*/ 36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730" h="1407">
                  <a:moveTo>
                    <a:pt x="498" y="0"/>
                  </a:moveTo>
                  <a:cubicBezTo>
                    <a:pt x="323" y="0"/>
                    <a:pt x="148" y="48"/>
                    <a:pt x="0" y="151"/>
                  </a:cubicBezTo>
                  <a:lnTo>
                    <a:pt x="1" y="151"/>
                  </a:lnTo>
                  <a:cubicBezTo>
                    <a:pt x="83" y="137"/>
                    <a:pt x="162" y="131"/>
                    <a:pt x="239" y="131"/>
                  </a:cubicBezTo>
                  <a:cubicBezTo>
                    <a:pt x="619" y="131"/>
                    <a:pt x="945" y="289"/>
                    <a:pt x="1206" y="597"/>
                  </a:cubicBezTo>
                  <a:cubicBezTo>
                    <a:pt x="1419" y="844"/>
                    <a:pt x="1563" y="1119"/>
                    <a:pt x="1730" y="1407"/>
                  </a:cubicBezTo>
                  <a:cubicBezTo>
                    <a:pt x="1714" y="1198"/>
                    <a:pt x="1659" y="994"/>
                    <a:pt x="1576" y="802"/>
                  </a:cubicBezTo>
                  <a:cubicBezTo>
                    <a:pt x="1489" y="608"/>
                    <a:pt x="1367" y="423"/>
                    <a:pt x="1207" y="280"/>
                  </a:cubicBezTo>
                  <a:cubicBezTo>
                    <a:pt x="1019" y="103"/>
                    <a:pt x="757" y="0"/>
                    <a:pt x="498" y="0"/>
                  </a:cubicBezTo>
                  <a:close/>
                </a:path>
              </a:pathLst>
            </a:custGeom>
            <a:solidFill>
              <a:srgbClr val="F8F7F5"/>
            </a:solidFill>
            <a:ln w="9525">
              <a:solidFill>
                <a:srgbClr val="061937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1318;p19"/>
            <p:cNvSpPr/>
            <p:nvPr/>
          </p:nvSpPr>
          <p:spPr>
            <a:xfrm rot="11994600" flipV="1">
              <a:off x="-133560" y="4079520"/>
              <a:ext cx="1035720" cy="1138320"/>
            </a:xfrm>
            <a:custGeom>
              <a:avLst/>
              <a:gdLst>
                <a:gd name="textAreaLeft" fmla="*/ 0 w 1035720"/>
                <a:gd name="textAreaRight" fmla="*/ 1036080 w 1035720"/>
                <a:gd name="textAreaTop" fmla="*/ 360 h 1138320"/>
                <a:gd name="textAreaBottom" fmla="*/ 1139040 h 1138320"/>
              </a:gdLst>
              <a:ahLst/>
              <a:cxnLst/>
              <a:rect l="textAreaLeft" t="textAreaTop" r="textAreaRight" b="textAreaBottom"/>
              <a:pathLst>
                <a:path w="30030" h="33006">
                  <a:moveTo>
                    <a:pt x="29033" y="0"/>
                  </a:moveTo>
                  <a:cubicBezTo>
                    <a:pt x="29528" y="848"/>
                    <a:pt x="29666" y="1586"/>
                    <a:pt x="29343" y="2067"/>
                  </a:cubicBezTo>
                  <a:cubicBezTo>
                    <a:pt x="29096" y="2432"/>
                    <a:pt x="28612" y="2606"/>
                    <a:pt x="27965" y="2606"/>
                  </a:cubicBezTo>
                  <a:cubicBezTo>
                    <a:pt x="27591" y="2606"/>
                    <a:pt x="27163" y="2548"/>
                    <a:pt x="26696" y="2435"/>
                  </a:cubicBezTo>
                  <a:lnTo>
                    <a:pt x="7823" y="30429"/>
                  </a:lnTo>
                  <a:cubicBezTo>
                    <a:pt x="6901" y="31796"/>
                    <a:pt x="5384" y="32534"/>
                    <a:pt x="3843" y="32534"/>
                  </a:cubicBezTo>
                  <a:cubicBezTo>
                    <a:pt x="2923" y="32534"/>
                    <a:pt x="1994" y="32271"/>
                    <a:pt x="1178" y="31721"/>
                  </a:cubicBezTo>
                  <a:cubicBezTo>
                    <a:pt x="710" y="31406"/>
                    <a:pt x="317" y="31020"/>
                    <a:pt x="1" y="30590"/>
                  </a:cubicBezTo>
                  <a:lnTo>
                    <a:pt x="1" y="30590"/>
                  </a:lnTo>
                  <a:cubicBezTo>
                    <a:pt x="353" y="31213"/>
                    <a:pt x="850" y="31767"/>
                    <a:pt x="1482" y="32193"/>
                  </a:cubicBezTo>
                  <a:cubicBezTo>
                    <a:pt x="2297" y="32742"/>
                    <a:pt x="3226" y="33005"/>
                    <a:pt x="4146" y="33005"/>
                  </a:cubicBezTo>
                  <a:cubicBezTo>
                    <a:pt x="5687" y="33005"/>
                    <a:pt x="7205" y="32266"/>
                    <a:pt x="8127" y="30899"/>
                  </a:cubicBezTo>
                  <a:lnTo>
                    <a:pt x="27000" y="2906"/>
                  </a:lnTo>
                  <a:cubicBezTo>
                    <a:pt x="27468" y="3019"/>
                    <a:pt x="27896" y="3077"/>
                    <a:pt x="28271" y="3077"/>
                  </a:cubicBezTo>
                  <a:cubicBezTo>
                    <a:pt x="28916" y="3077"/>
                    <a:pt x="29400" y="2904"/>
                    <a:pt x="29646" y="2537"/>
                  </a:cubicBezTo>
                  <a:cubicBezTo>
                    <a:pt x="30029" y="1970"/>
                    <a:pt x="29767" y="1044"/>
                    <a:pt x="290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1319;p19"/>
            <p:cNvSpPr/>
            <p:nvPr/>
          </p:nvSpPr>
          <p:spPr>
            <a:xfrm rot="11994600" flipV="1">
              <a:off x="161640" y="3852360"/>
              <a:ext cx="295920" cy="195120"/>
            </a:xfrm>
            <a:custGeom>
              <a:avLst/>
              <a:gdLst>
                <a:gd name="textAreaLeft" fmla="*/ 0 w 295920"/>
                <a:gd name="textAreaRight" fmla="*/ 296280 w 295920"/>
                <a:gd name="textAreaTop" fmla="*/ 360 h 195120"/>
                <a:gd name="textAreaBottom" fmla="*/ 195840 h 195120"/>
              </a:gdLst>
              <a:ahLst/>
              <a:cxnLst/>
              <a:rect l="textAreaLeft" t="textAreaTop" r="textAreaRight" b="textAreaBottom"/>
              <a:pathLst>
                <a:path w="8585" h="5667">
                  <a:moveTo>
                    <a:pt x="927" y="1"/>
                  </a:moveTo>
                  <a:cubicBezTo>
                    <a:pt x="668" y="1"/>
                    <a:pt x="483" y="65"/>
                    <a:pt x="391" y="202"/>
                  </a:cubicBezTo>
                  <a:cubicBezTo>
                    <a:pt x="1" y="781"/>
                    <a:pt x="1431" y="2427"/>
                    <a:pt x="3587" y="3880"/>
                  </a:cubicBezTo>
                  <a:cubicBezTo>
                    <a:pt x="5233" y="4990"/>
                    <a:pt x="6824" y="5666"/>
                    <a:pt x="7658" y="5666"/>
                  </a:cubicBezTo>
                  <a:cubicBezTo>
                    <a:pt x="7917" y="5666"/>
                    <a:pt x="8102" y="5601"/>
                    <a:pt x="8194" y="5465"/>
                  </a:cubicBezTo>
                  <a:cubicBezTo>
                    <a:pt x="8584" y="4886"/>
                    <a:pt x="7154" y="3240"/>
                    <a:pt x="4998" y="1787"/>
                  </a:cubicBezTo>
                  <a:cubicBezTo>
                    <a:pt x="3352" y="677"/>
                    <a:pt x="1761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1320;p19"/>
            <p:cNvSpPr/>
            <p:nvPr/>
          </p:nvSpPr>
          <p:spPr>
            <a:xfrm rot="11994600" flipV="1">
              <a:off x="243720" y="4491360"/>
              <a:ext cx="586440" cy="706680"/>
            </a:xfrm>
            <a:custGeom>
              <a:avLst/>
              <a:gdLst>
                <a:gd name="textAreaLeft" fmla="*/ 0 w 586440"/>
                <a:gd name="textAreaRight" fmla="*/ 586800 w 586440"/>
                <a:gd name="textAreaTop" fmla="*/ -360 h 706680"/>
                <a:gd name="textAreaBottom" fmla="*/ 706680 h 706680"/>
              </a:gdLst>
              <a:ahLst/>
              <a:cxnLst/>
              <a:rect l="textAreaLeft" t="textAreaTop" r="textAreaRight" b="textAreaBottom"/>
              <a:pathLst>
                <a:path w="17009" h="20494">
                  <a:moveTo>
                    <a:pt x="12408" y="0"/>
                  </a:moveTo>
                  <a:cubicBezTo>
                    <a:pt x="11800" y="0"/>
                    <a:pt x="11252" y="188"/>
                    <a:pt x="11038" y="297"/>
                  </a:cubicBezTo>
                  <a:lnTo>
                    <a:pt x="986" y="15128"/>
                  </a:lnTo>
                  <a:cubicBezTo>
                    <a:pt x="1" y="16589"/>
                    <a:pt x="549" y="18697"/>
                    <a:pt x="2202" y="19812"/>
                  </a:cubicBezTo>
                  <a:cubicBezTo>
                    <a:pt x="2884" y="20271"/>
                    <a:pt x="3651" y="20493"/>
                    <a:pt x="4387" y="20493"/>
                  </a:cubicBezTo>
                  <a:cubicBezTo>
                    <a:pt x="5437" y="20493"/>
                    <a:pt x="6421" y="20042"/>
                    <a:pt x="7000" y="19183"/>
                  </a:cubicBezTo>
                  <a:lnTo>
                    <a:pt x="16984" y="4342"/>
                  </a:lnTo>
                  <a:cubicBezTo>
                    <a:pt x="17008" y="4232"/>
                    <a:pt x="16977" y="4066"/>
                    <a:pt x="16899" y="3937"/>
                  </a:cubicBezTo>
                  <a:cubicBezTo>
                    <a:pt x="16629" y="3325"/>
                    <a:pt x="14915" y="2998"/>
                    <a:pt x="14492" y="1584"/>
                  </a:cubicBezTo>
                  <a:cubicBezTo>
                    <a:pt x="14114" y="326"/>
                    <a:pt x="13210" y="0"/>
                    <a:pt x="1240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1321;p19"/>
            <p:cNvSpPr/>
            <p:nvPr/>
          </p:nvSpPr>
          <p:spPr>
            <a:xfrm rot="11994600" flipV="1">
              <a:off x="344520" y="4444920"/>
              <a:ext cx="219960" cy="16056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360 h 160560"/>
                <a:gd name="textAreaBottom" fmla="*/ 161280 h 160560"/>
              </a:gdLst>
              <a:ahLst/>
              <a:cxnLst/>
              <a:rect l="textAreaLeft" t="textAreaTop" r="textAreaRight" b="textAreaBottom"/>
              <a:pathLst>
                <a:path w="6381" h="4668">
                  <a:moveTo>
                    <a:pt x="1708" y="0"/>
                  </a:moveTo>
                  <a:cubicBezTo>
                    <a:pt x="965" y="0"/>
                    <a:pt x="324" y="269"/>
                    <a:pt x="324" y="269"/>
                  </a:cubicBezTo>
                  <a:lnTo>
                    <a:pt x="324" y="270"/>
                  </a:lnTo>
                  <a:cubicBezTo>
                    <a:pt x="0" y="751"/>
                    <a:pt x="1731" y="1509"/>
                    <a:pt x="2740" y="3112"/>
                  </a:cubicBezTo>
                  <a:cubicBezTo>
                    <a:pt x="3458" y="4253"/>
                    <a:pt x="4651" y="4668"/>
                    <a:pt x="5447" y="4668"/>
                  </a:cubicBezTo>
                  <a:cubicBezTo>
                    <a:pt x="5828" y="4668"/>
                    <a:pt x="6118" y="4573"/>
                    <a:pt x="6223" y="4418"/>
                  </a:cubicBezTo>
                  <a:cubicBezTo>
                    <a:pt x="6381" y="4185"/>
                    <a:pt x="6217" y="3724"/>
                    <a:pt x="5627" y="3393"/>
                  </a:cubicBezTo>
                  <a:cubicBezTo>
                    <a:pt x="4837" y="2950"/>
                    <a:pt x="4070" y="2538"/>
                    <a:pt x="3778" y="1557"/>
                  </a:cubicBezTo>
                  <a:cubicBezTo>
                    <a:pt x="3404" y="304"/>
                    <a:pt x="2498" y="0"/>
                    <a:pt x="170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1322;p19"/>
            <p:cNvSpPr/>
            <p:nvPr/>
          </p:nvSpPr>
          <p:spPr>
            <a:xfrm rot="11994600" flipV="1">
              <a:off x="201600" y="417924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21" fill="none">
                  <a:moveTo>
                    <a:pt x="1" y="0"/>
                  </a:moveTo>
                  <a:cubicBezTo>
                    <a:pt x="1" y="0"/>
                    <a:pt x="1122" y="620"/>
                    <a:pt x="1778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323;p19"/>
            <p:cNvSpPr/>
            <p:nvPr/>
          </p:nvSpPr>
          <p:spPr>
            <a:xfrm rot="11994600" flipV="1">
              <a:off x="217080" y="424332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1" fill="none">
                  <a:moveTo>
                    <a:pt x="1" y="0"/>
                  </a:moveTo>
                  <a:cubicBezTo>
                    <a:pt x="1" y="0"/>
                    <a:pt x="1122" y="621"/>
                    <a:pt x="1777" y="601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1324;p19"/>
            <p:cNvSpPr/>
            <p:nvPr/>
          </p:nvSpPr>
          <p:spPr>
            <a:xfrm rot="11994600" flipV="1">
              <a:off x="234000" y="430812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21" fill="none">
                  <a:moveTo>
                    <a:pt x="0" y="0"/>
                  </a:moveTo>
                  <a:cubicBezTo>
                    <a:pt x="0" y="0"/>
                    <a:pt x="1121" y="621"/>
                    <a:pt x="1778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1325;p19"/>
            <p:cNvSpPr/>
            <p:nvPr/>
          </p:nvSpPr>
          <p:spPr>
            <a:xfrm rot="11994600" flipV="1">
              <a:off x="249480" y="437220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19" fill="none">
                  <a:moveTo>
                    <a:pt x="1" y="0"/>
                  </a:moveTo>
                  <a:cubicBezTo>
                    <a:pt x="1" y="0"/>
                    <a:pt x="1122" y="619"/>
                    <a:pt x="1778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1326;p19"/>
            <p:cNvSpPr/>
            <p:nvPr/>
          </p:nvSpPr>
          <p:spPr>
            <a:xfrm rot="11994600" flipV="1">
              <a:off x="264960" y="443880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0" fill="none">
                  <a:moveTo>
                    <a:pt x="1" y="1"/>
                  </a:moveTo>
                  <a:cubicBezTo>
                    <a:pt x="1" y="1"/>
                    <a:pt x="1122" y="620"/>
                    <a:pt x="1777" y="600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1327;p19"/>
            <p:cNvSpPr/>
            <p:nvPr/>
          </p:nvSpPr>
          <p:spPr>
            <a:xfrm rot="11994600" flipV="1">
              <a:off x="280440" y="450288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6" h="621" fill="none">
                  <a:moveTo>
                    <a:pt x="0" y="0"/>
                  </a:moveTo>
                  <a:cubicBezTo>
                    <a:pt x="0" y="0"/>
                    <a:pt x="1121" y="620"/>
                    <a:pt x="1776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328;p19"/>
            <p:cNvSpPr/>
            <p:nvPr/>
          </p:nvSpPr>
          <p:spPr>
            <a:xfrm rot="11994600" flipV="1">
              <a:off x="297360" y="456732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21" fill="none">
                  <a:moveTo>
                    <a:pt x="1" y="0"/>
                  </a:moveTo>
                  <a:cubicBezTo>
                    <a:pt x="1" y="0"/>
                    <a:pt x="1122" y="620"/>
                    <a:pt x="1778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329;p19"/>
            <p:cNvSpPr/>
            <p:nvPr/>
          </p:nvSpPr>
          <p:spPr>
            <a:xfrm rot="11994600" flipV="1">
              <a:off x="312840" y="463176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1" fill="none">
                  <a:moveTo>
                    <a:pt x="1" y="1"/>
                  </a:moveTo>
                  <a:cubicBezTo>
                    <a:pt x="1" y="1"/>
                    <a:pt x="1122" y="621"/>
                    <a:pt x="1776" y="601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330;p19"/>
            <p:cNvSpPr/>
            <p:nvPr/>
          </p:nvSpPr>
          <p:spPr>
            <a:xfrm rot="11994600" flipV="1">
              <a:off x="328680" y="469332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6" h="619" fill="none">
                  <a:moveTo>
                    <a:pt x="0" y="0"/>
                  </a:moveTo>
                  <a:cubicBezTo>
                    <a:pt x="0" y="0"/>
                    <a:pt x="1121" y="619"/>
                    <a:pt x="1776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331;p19"/>
            <p:cNvSpPr/>
            <p:nvPr/>
          </p:nvSpPr>
          <p:spPr>
            <a:xfrm rot="11994600" flipV="1">
              <a:off x="344160" y="475740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1" fill="none">
                  <a:moveTo>
                    <a:pt x="0" y="0"/>
                  </a:moveTo>
                  <a:cubicBezTo>
                    <a:pt x="0" y="0"/>
                    <a:pt x="1121" y="621"/>
                    <a:pt x="1776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332;p19"/>
            <p:cNvSpPr/>
            <p:nvPr/>
          </p:nvSpPr>
          <p:spPr>
            <a:xfrm rot="11994600" flipV="1">
              <a:off x="361080" y="482220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0" fill="none">
                  <a:moveTo>
                    <a:pt x="1" y="0"/>
                  </a:moveTo>
                  <a:cubicBezTo>
                    <a:pt x="1" y="0"/>
                    <a:pt x="1122" y="619"/>
                    <a:pt x="1777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333;p19"/>
            <p:cNvSpPr/>
            <p:nvPr/>
          </p:nvSpPr>
          <p:spPr>
            <a:xfrm rot="11994600" flipV="1">
              <a:off x="376560" y="488628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1" fill="none">
                  <a:moveTo>
                    <a:pt x="1" y="1"/>
                  </a:moveTo>
                  <a:cubicBezTo>
                    <a:pt x="1" y="1"/>
                    <a:pt x="1122" y="621"/>
                    <a:pt x="1777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334;p19"/>
            <p:cNvSpPr/>
            <p:nvPr/>
          </p:nvSpPr>
          <p:spPr>
            <a:xfrm rot="11994600" flipV="1">
              <a:off x="393120" y="494964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21" fill="none">
                  <a:moveTo>
                    <a:pt x="1" y="0"/>
                  </a:moveTo>
                  <a:cubicBezTo>
                    <a:pt x="1" y="0"/>
                    <a:pt x="1123" y="620"/>
                    <a:pt x="1778" y="600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335;p19"/>
            <p:cNvSpPr/>
            <p:nvPr/>
          </p:nvSpPr>
          <p:spPr>
            <a:xfrm rot="11994600" flipV="1">
              <a:off x="408600" y="501372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22" fill="none">
                  <a:moveTo>
                    <a:pt x="1" y="1"/>
                  </a:moveTo>
                  <a:cubicBezTo>
                    <a:pt x="1" y="1"/>
                    <a:pt x="1122" y="621"/>
                    <a:pt x="1778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336;p19"/>
            <p:cNvSpPr/>
            <p:nvPr/>
          </p:nvSpPr>
          <p:spPr>
            <a:xfrm rot="11994600" flipV="1">
              <a:off x="425520" y="507816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7" h="620" fill="none">
                  <a:moveTo>
                    <a:pt x="1" y="1"/>
                  </a:moveTo>
                  <a:cubicBezTo>
                    <a:pt x="1" y="1"/>
                    <a:pt x="1122" y="620"/>
                    <a:pt x="1776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337;p19"/>
            <p:cNvSpPr/>
            <p:nvPr/>
          </p:nvSpPr>
          <p:spPr>
            <a:xfrm rot="11994600" flipV="1">
              <a:off x="441000" y="5142600"/>
              <a:ext cx="60840" cy="212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-360 h 21240"/>
                <a:gd name="textAreaBottom" fmla="*/ 21240 h 21240"/>
              </a:gdLst>
              <a:ahLst/>
              <a:cxnLst/>
              <a:rect l="textAreaLeft" t="textAreaTop" r="textAreaRight" b="textAreaBottom"/>
              <a:pathLst>
                <a:path w="1778" h="621" fill="none">
                  <a:moveTo>
                    <a:pt x="0" y="0"/>
                  </a:moveTo>
                  <a:cubicBezTo>
                    <a:pt x="0" y="0"/>
                    <a:pt x="1123" y="620"/>
                    <a:pt x="1778" y="599"/>
                  </a:cubicBezTo>
                </a:path>
              </a:pathLst>
            </a:custGeom>
            <a:noFill/>
            <a:ln w="2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338;p19"/>
            <p:cNvSpPr/>
            <p:nvPr/>
          </p:nvSpPr>
          <p:spPr>
            <a:xfrm rot="11994600" flipV="1">
              <a:off x="392040" y="4069440"/>
              <a:ext cx="283680" cy="42084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-360 h 420840"/>
                <a:gd name="textAreaBottom" fmla="*/ 420840 h 420840"/>
              </a:gdLst>
              <a:ahLst/>
              <a:cxnLst/>
              <a:rect l="textAreaLeft" t="textAreaTop" r="textAreaRight" b="textAreaBottom"/>
              <a:pathLst>
                <a:path w="8235" h="12213">
                  <a:moveTo>
                    <a:pt x="8235" y="1"/>
                  </a:moveTo>
                  <a:lnTo>
                    <a:pt x="8235" y="1"/>
                  </a:lnTo>
                  <a:cubicBezTo>
                    <a:pt x="5364" y="3984"/>
                    <a:pt x="2617" y="8056"/>
                    <a:pt x="1" y="12212"/>
                  </a:cubicBezTo>
                  <a:cubicBezTo>
                    <a:pt x="2873" y="8229"/>
                    <a:pt x="5619" y="4155"/>
                    <a:pt x="823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339;p19"/>
            <p:cNvSpPr/>
            <p:nvPr/>
          </p:nvSpPr>
          <p:spPr>
            <a:xfrm rot="11994600" flipV="1">
              <a:off x="541800" y="4674600"/>
              <a:ext cx="283680" cy="42084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-360 h 420840"/>
                <a:gd name="textAreaBottom" fmla="*/ 420840 h 420840"/>
              </a:gdLst>
              <a:ahLst/>
              <a:cxnLst/>
              <a:rect l="textAreaLeft" t="textAreaTop" r="textAreaRight" b="textAreaBottom"/>
              <a:pathLst>
                <a:path w="8235" h="12212">
                  <a:moveTo>
                    <a:pt x="8234" y="0"/>
                  </a:moveTo>
                  <a:cubicBezTo>
                    <a:pt x="5363" y="3984"/>
                    <a:pt x="2616" y="8056"/>
                    <a:pt x="0" y="12212"/>
                  </a:cubicBezTo>
                  <a:cubicBezTo>
                    <a:pt x="2872" y="8229"/>
                    <a:pt x="5617" y="4155"/>
                    <a:pt x="823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340;p19"/>
            <p:cNvSpPr/>
            <p:nvPr/>
          </p:nvSpPr>
          <p:spPr>
            <a:xfrm rot="11994600" flipV="1">
              <a:off x="222480" y="3924360"/>
              <a:ext cx="213480" cy="14580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-360 h 145800"/>
                <a:gd name="textAreaBottom" fmla="*/ 145800 h 145800"/>
              </a:gdLst>
              <a:ahLst/>
              <a:cxnLst/>
              <a:rect l="textAreaLeft" t="textAreaTop" r="textAreaRight" b="textAreaBottom"/>
              <a:pathLst>
                <a:path w="6202" h="4240">
                  <a:moveTo>
                    <a:pt x="1" y="0"/>
                  </a:moveTo>
                  <a:lnTo>
                    <a:pt x="1" y="0"/>
                  </a:lnTo>
                  <a:cubicBezTo>
                    <a:pt x="1384" y="2081"/>
                    <a:pt x="3775" y="3676"/>
                    <a:pt x="6201" y="4240"/>
                  </a:cubicBezTo>
                  <a:cubicBezTo>
                    <a:pt x="3833" y="3346"/>
                    <a:pt x="1667" y="191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341;p19"/>
            <p:cNvSpPr/>
            <p:nvPr/>
          </p:nvSpPr>
          <p:spPr>
            <a:xfrm rot="11994600" flipV="1">
              <a:off x="505800" y="4557600"/>
              <a:ext cx="171360" cy="254520"/>
            </a:xfrm>
            <a:custGeom>
              <a:avLst/>
              <a:gdLst>
                <a:gd name="textAreaLeft" fmla="*/ 0 w 171360"/>
                <a:gd name="textAreaRight" fmla="*/ 171720 w 171360"/>
                <a:gd name="textAreaTop" fmla="*/ -360 h 254520"/>
                <a:gd name="textAreaBottom" fmla="*/ 254520 h 254520"/>
              </a:gdLst>
              <a:ahLst/>
              <a:cxnLst/>
              <a:rect l="textAreaLeft" t="textAreaTop" r="textAreaRight" b="textAreaBottom"/>
              <a:pathLst>
                <a:path w="4983" h="7389">
                  <a:moveTo>
                    <a:pt x="4983" y="1"/>
                  </a:moveTo>
                  <a:cubicBezTo>
                    <a:pt x="3197" y="2375"/>
                    <a:pt x="1532" y="4842"/>
                    <a:pt x="1" y="7389"/>
                  </a:cubicBezTo>
                  <a:cubicBezTo>
                    <a:pt x="1788" y="5014"/>
                    <a:pt x="3452" y="2546"/>
                    <a:pt x="498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342;p19"/>
            <p:cNvSpPr/>
            <p:nvPr/>
          </p:nvSpPr>
          <p:spPr>
            <a:xfrm rot="11994600" flipV="1">
              <a:off x="598680" y="5105880"/>
              <a:ext cx="81360" cy="1198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-360 h 119880"/>
                <a:gd name="textAreaBottom" fmla="*/ 119880 h 119880"/>
              </a:gdLst>
              <a:ahLst/>
              <a:cxnLst/>
              <a:rect l="textAreaLeft" t="textAreaTop" r="textAreaRight" b="textAreaBottom"/>
              <a:pathLst>
                <a:path w="2355" h="3485">
                  <a:moveTo>
                    <a:pt x="85" y="1"/>
                  </a:moveTo>
                  <a:lnTo>
                    <a:pt x="85" y="1"/>
                  </a:lnTo>
                  <a:cubicBezTo>
                    <a:pt x="0" y="366"/>
                    <a:pt x="31" y="752"/>
                    <a:pt x="116" y="1118"/>
                  </a:cubicBezTo>
                  <a:cubicBezTo>
                    <a:pt x="377" y="2229"/>
                    <a:pt x="1296" y="3111"/>
                    <a:pt x="2355" y="3485"/>
                  </a:cubicBezTo>
                  <a:cubicBezTo>
                    <a:pt x="2278" y="3430"/>
                    <a:pt x="2202" y="3378"/>
                    <a:pt x="2126" y="3327"/>
                  </a:cubicBezTo>
                  <a:cubicBezTo>
                    <a:pt x="2087" y="3299"/>
                    <a:pt x="1998" y="3234"/>
                    <a:pt x="1959" y="3207"/>
                  </a:cubicBezTo>
                  <a:cubicBezTo>
                    <a:pt x="1923" y="3183"/>
                    <a:pt x="1829" y="3108"/>
                    <a:pt x="1795" y="3082"/>
                  </a:cubicBezTo>
                  <a:cubicBezTo>
                    <a:pt x="1768" y="3063"/>
                    <a:pt x="1713" y="3020"/>
                    <a:pt x="1688" y="2997"/>
                  </a:cubicBezTo>
                  <a:cubicBezTo>
                    <a:pt x="1593" y="2922"/>
                    <a:pt x="1494" y="2834"/>
                    <a:pt x="1405" y="2754"/>
                  </a:cubicBezTo>
                  <a:cubicBezTo>
                    <a:pt x="1268" y="2624"/>
                    <a:pt x="1130" y="2485"/>
                    <a:pt x="1009" y="2341"/>
                  </a:cubicBezTo>
                  <a:cubicBezTo>
                    <a:pt x="455" y="1692"/>
                    <a:pt x="113" y="859"/>
                    <a:pt x="8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" name="Google Shape;1343;p19"/>
          <p:cNvGrpSpPr/>
          <p:nvPr/>
        </p:nvGrpSpPr>
        <p:grpSpPr>
          <a:xfrm>
            <a:off x="-909720" y="-514440"/>
            <a:ext cx="1940760" cy="1954800"/>
            <a:chOff x="-909720" y="-514440"/>
            <a:chExt cx="1940760" cy="1954800"/>
          </a:xfrm>
        </p:grpSpPr>
        <p:sp>
          <p:nvSpPr>
            <p:cNvPr id="145" name="Google Shape;1344;p19"/>
            <p:cNvSpPr/>
            <p:nvPr/>
          </p:nvSpPr>
          <p:spPr>
            <a:xfrm flipH="1">
              <a:off x="-109800" y="-112320"/>
              <a:ext cx="1086840" cy="1409400"/>
            </a:xfrm>
            <a:custGeom>
              <a:avLst/>
              <a:gdLst>
                <a:gd name="textAreaLeft" fmla="*/ -360 w 1086840"/>
                <a:gd name="textAreaRight" fmla="*/ 1086840 w 1086840"/>
                <a:gd name="textAreaTop" fmla="*/ 0 h 1409400"/>
                <a:gd name="textAreaBottom" fmla="*/ 1409760 h 1409400"/>
              </a:gdLst>
              <a:ahLst/>
              <a:cxnLst/>
              <a:rect l="textAreaLeft" t="textAreaTop" r="textAreaRight" b="textAreaBottom"/>
              <a:pathLst>
                <a:path w="28187" h="36548">
                  <a:moveTo>
                    <a:pt x="2370" y="2804"/>
                  </a:moveTo>
                  <a:cubicBezTo>
                    <a:pt x="2388" y="2804"/>
                    <a:pt x="2406" y="2805"/>
                    <a:pt x="2423" y="2806"/>
                  </a:cubicBezTo>
                  <a:cubicBezTo>
                    <a:pt x="2974" y="2836"/>
                    <a:pt x="3396" y="3305"/>
                    <a:pt x="3367" y="3856"/>
                  </a:cubicBezTo>
                  <a:cubicBezTo>
                    <a:pt x="3338" y="4387"/>
                    <a:pt x="2899" y="4800"/>
                    <a:pt x="2372" y="4800"/>
                  </a:cubicBezTo>
                  <a:cubicBezTo>
                    <a:pt x="2354" y="4800"/>
                    <a:pt x="2335" y="4800"/>
                    <a:pt x="2317" y="4799"/>
                  </a:cubicBezTo>
                  <a:cubicBezTo>
                    <a:pt x="1767" y="4770"/>
                    <a:pt x="1344" y="4299"/>
                    <a:pt x="1374" y="3750"/>
                  </a:cubicBezTo>
                  <a:cubicBezTo>
                    <a:pt x="1402" y="3216"/>
                    <a:pt x="1844" y="2804"/>
                    <a:pt x="2370" y="2804"/>
                  </a:cubicBezTo>
                  <a:close/>
                  <a:moveTo>
                    <a:pt x="4319" y="1"/>
                  </a:moveTo>
                  <a:lnTo>
                    <a:pt x="3477" y="188"/>
                  </a:lnTo>
                  <a:lnTo>
                    <a:pt x="0" y="4226"/>
                  </a:lnTo>
                  <a:lnTo>
                    <a:pt x="27842" y="36548"/>
                  </a:lnTo>
                  <a:lnTo>
                    <a:pt x="28186" y="36079"/>
                  </a:lnTo>
                  <a:lnTo>
                    <a:pt x="431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345;p19"/>
            <p:cNvSpPr/>
            <p:nvPr/>
          </p:nvSpPr>
          <p:spPr>
            <a:xfrm flipH="1">
              <a:off x="-96480" y="-105120"/>
              <a:ext cx="1127160" cy="1545480"/>
            </a:xfrm>
            <a:custGeom>
              <a:avLst/>
              <a:gdLst>
                <a:gd name="textAreaLeft" fmla="*/ -360 w 1127160"/>
                <a:gd name="textAreaRight" fmla="*/ 1127160 w 1127160"/>
                <a:gd name="textAreaTop" fmla="*/ 0 h 1545480"/>
                <a:gd name="textAreaBottom" fmla="*/ 1545840 h 1545480"/>
              </a:gdLst>
              <a:ahLst/>
              <a:cxnLst/>
              <a:rect l="textAreaLeft" t="textAreaTop" r="textAreaRight" b="textAreaBottom"/>
              <a:pathLst>
                <a:path w="29232" h="40078">
                  <a:moveTo>
                    <a:pt x="3345" y="2895"/>
                  </a:moveTo>
                  <a:cubicBezTo>
                    <a:pt x="3363" y="2895"/>
                    <a:pt x="3380" y="2895"/>
                    <a:pt x="3398" y="2896"/>
                  </a:cubicBezTo>
                  <a:cubicBezTo>
                    <a:pt x="3949" y="2926"/>
                    <a:pt x="4371" y="3396"/>
                    <a:pt x="4342" y="3947"/>
                  </a:cubicBezTo>
                  <a:cubicBezTo>
                    <a:pt x="4313" y="4478"/>
                    <a:pt x="3874" y="4891"/>
                    <a:pt x="3347" y="4891"/>
                  </a:cubicBezTo>
                  <a:cubicBezTo>
                    <a:pt x="3329" y="4891"/>
                    <a:pt x="3310" y="4890"/>
                    <a:pt x="3291" y="4889"/>
                  </a:cubicBezTo>
                  <a:cubicBezTo>
                    <a:pt x="2742" y="4861"/>
                    <a:pt x="2319" y="4391"/>
                    <a:pt x="2349" y="3840"/>
                  </a:cubicBezTo>
                  <a:cubicBezTo>
                    <a:pt x="2377" y="3308"/>
                    <a:pt x="2818" y="2895"/>
                    <a:pt x="3345" y="2895"/>
                  </a:cubicBezTo>
                  <a:close/>
                  <a:moveTo>
                    <a:pt x="4866" y="1"/>
                  </a:moveTo>
                  <a:lnTo>
                    <a:pt x="0" y="3816"/>
                  </a:lnTo>
                  <a:lnTo>
                    <a:pt x="24055" y="40078"/>
                  </a:lnTo>
                  <a:lnTo>
                    <a:pt x="29231" y="36361"/>
                  </a:lnTo>
                  <a:lnTo>
                    <a:pt x="4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346;p19"/>
            <p:cNvSpPr/>
            <p:nvPr/>
          </p:nvSpPr>
          <p:spPr>
            <a:xfrm flipH="1">
              <a:off x="-48600" y="1227240"/>
              <a:ext cx="36720" cy="24840"/>
            </a:xfrm>
            <a:custGeom>
              <a:avLst/>
              <a:gdLst>
                <a:gd name="textAreaLeft" fmla="*/ -360 w 36720"/>
                <a:gd name="textAreaRight" fmla="*/ 3672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347;p19"/>
            <p:cNvSpPr/>
            <p:nvPr/>
          </p:nvSpPr>
          <p:spPr>
            <a:xfrm flipH="1">
              <a:off x="-14760" y="117648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0" y="651"/>
                  </a:moveTo>
                  <a:lnTo>
                    <a:pt x="957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348;p19"/>
            <p:cNvSpPr/>
            <p:nvPr/>
          </p:nvSpPr>
          <p:spPr>
            <a:xfrm flipH="1">
              <a:off x="21600" y="112284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957" y="0"/>
                  </a:moveTo>
                  <a:lnTo>
                    <a:pt x="0" y="65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349;p19"/>
            <p:cNvSpPr/>
            <p:nvPr/>
          </p:nvSpPr>
          <p:spPr>
            <a:xfrm flipH="1">
              <a:off x="55440" y="107172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0" h="651" fill="none">
                  <a:moveTo>
                    <a:pt x="1" y="651"/>
                  </a:moveTo>
                  <a:lnTo>
                    <a:pt x="959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350;p19"/>
            <p:cNvSpPr/>
            <p:nvPr/>
          </p:nvSpPr>
          <p:spPr>
            <a:xfrm flipH="1">
              <a:off x="91800" y="101736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0" y="651"/>
                  </a:moveTo>
                  <a:lnTo>
                    <a:pt x="957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351;p19"/>
            <p:cNvSpPr/>
            <p:nvPr/>
          </p:nvSpPr>
          <p:spPr>
            <a:xfrm flipH="1">
              <a:off x="126360" y="96516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0" h="652" fill="none">
                  <a:moveTo>
                    <a:pt x="1" y="651"/>
                  </a:moveTo>
                  <a:lnTo>
                    <a:pt x="95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352;p19"/>
            <p:cNvSpPr/>
            <p:nvPr/>
          </p:nvSpPr>
          <p:spPr>
            <a:xfrm flipH="1">
              <a:off x="163440" y="91080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0" y="651"/>
                  </a:moveTo>
                  <a:lnTo>
                    <a:pt x="957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353;p19"/>
            <p:cNvSpPr/>
            <p:nvPr/>
          </p:nvSpPr>
          <p:spPr>
            <a:xfrm flipH="1">
              <a:off x="196920" y="85860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354;p19"/>
            <p:cNvSpPr/>
            <p:nvPr/>
          </p:nvSpPr>
          <p:spPr>
            <a:xfrm flipH="1">
              <a:off x="232200" y="80712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9" h="651" fill="none">
                  <a:moveTo>
                    <a:pt x="0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355;p19"/>
            <p:cNvSpPr/>
            <p:nvPr/>
          </p:nvSpPr>
          <p:spPr>
            <a:xfrm flipH="1">
              <a:off x="268200" y="75492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356;p19"/>
            <p:cNvSpPr/>
            <p:nvPr/>
          </p:nvSpPr>
          <p:spPr>
            <a:xfrm flipH="1">
              <a:off x="304920" y="70128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3" fill="none">
                  <a:moveTo>
                    <a:pt x="1" y="652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357;p19"/>
            <p:cNvSpPr/>
            <p:nvPr/>
          </p:nvSpPr>
          <p:spPr>
            <a:xfrm flipH="1">
              <a:off x="338760" y="65052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1" y="651"/>
                  </a:moveTo>
                  <a:lnTo>
                    <a:pt x="958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358;p19"/>
            <p:cNvSpPr/>
            <p:nvPr/>
          </p:nvSpPr>
          <p:spPr>
            <a:xfrm flipH="1">
              <a:off x="375120" y="59580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1" y="651"/>
                  </a:moveTo>
                  <a:lnTo>
                    <a:pt x="958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359;p19"/>
            <p:cNvSpPr/>
            <p:nvPr/>
          </p:nvSpPr>
          <p:spPr>
            <a:xfrm flipH="1">
              <a:off x="409320" y="54396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360;p19"/>
            <p:cNvSpPr/>
            <p:nvPr/>
          </p:nvSpPr>
          <p:spPr>
            <a:xfrm flipH="1">
              <a:off x="446400" y="48924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0" h="652" fill="none">
                  <a:moveTo>
                    <a:pt x="1" y="651"/>
                  </a:moveTo>
                  <a:lnTo>
                    <a:pt x="95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361;p19"/>
            <p:cNvSpPr/>
            <p:nvPr/>
          </p:nvSpPr>
          <p:spPr>
            <a:xfrm flipH="1">
              <a:off x="480240" y="43704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9" h="651" fill="none">
                  <a:moveTo>
                    <a:pt x="0" y="651"/>
                  </a:moveTo>
                  <a:lnTo>
                    <a:pt x="95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362;p19"/>
            <p:cNvSpPr/>
            <p:nvPr/>
          </p:nvSpPr>
          <p:spPr>
            <a:xfrm flipH="1">
              <a:off x="515520" y="38556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1" y="651"/>
                  </a:moveTo>
                  <a:lnTo>
                    <a:pt x="958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1363;p19"/>
            <p:cNvSpPr/>
            <p:nvPr/>
          </p:nvSpPr>
          <p:spPr>
            <a:xfrm flipH="1">
              <a:off x="550080" y="334440"/>
              <a:ext cx="36720" cy="24840"/>
            </a:xfrm>
            <a:custGeom>
              <a:avLst/>
              <a:gdLst>
                <a:gd name="textAreaLeft" fmla="*/ 360 w 36720"/>
                <a:gd name="textAreaRight" fmla="*/ 3744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0" y="651"/>
                  </a:moveTo>
                  <a:lnTo>
                    <a:pt x="957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1364;p19"/>
            <p:cNvSpPr/>
            <p:nvPr/>
          </p:nvSpPr>
          <p:spPr>
            <a:xfrm flipH="1">
              <a:off x="583200" y="280800"/>
              <a:ext cx="40320" cy="26640"/>
            </a:xfrm>
            <a:custGeom>
              <a:avLst/>
              <a:gdLst>
                <a:gd name="textAreaLeft" fmla="*/ 360 w 40320"/>
                <a:gd name="textAreaRight" fmla="*/ 41040 w 4032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053" h="703" fill="none">
                  <a:moveTo>
                    <a:pt x="0" y="702"/>
                  </a:moveTo>
                  <a:lnTo>
                    <a:pt x="1052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1365;p19"/>
            <p:cNvSpPr/>
            <p:nvPr/>
          </p:nvSpPr>
          <p:spPr>
            <a:xfrm flipH="1">
              <a:off x="617760" y="229680"/>
              <a:ext cx="39600" cy="27000"/>
            </a:xfrm>
            <a:custGeom>
              <a:avLst/>
              <a:gdLst>
                <a:gd name="textAreaLeft" fmla="*/ 360 w 39600"/>
                <a:gd name="textAreaRight" fmla="*/ 40320 w 396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036" h="713" fill="none">
                  <a:moveTo>
                    <a:pt x="1" y="713"/>
                  </a:moveTo>
                  <a:lnTo>
                    <a:pt x="1035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1366;p19"/>
            <p:cNvSpPr/>
            <p:nvPr/>
          </p:nvSpPr>
          <p:spPr>
            <a:xfrm flipH="1">
              <a:off x="653400" y="176040"/>
              <a:ext cx="40320" cy="25920"/>
            </a:xfrm>
            <a:custGeom>
              <a:avLst/>
              <a:gdLst>
                <a:gd name="textAreaLeft" fmla="*/ 360 w 40320"/>
                <a:gd name="textAreaRight" fmla="*/ 41040 w 403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051" h="685" fill="none">
                  <a:moveTo>
                    <a:pt x="1" y="684"/>
                  </a:moveTo>
                  <a:lnTo>
                    <a:pt x="1050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1367;p19"/>
            <p:cNvSpPr/>
            <p:nvPr/>
          </p:nvSpPr>
          <p:spPr>
            <a:xfrm flipH="1">
              <a:off x="690840" y="123120"/>
              <a:ext cx="37440" cy="27360"/>
            </a:xfrm>
            <a:custGeom>
              <a:avLst/>
              <a:gdLst>
                <a:gd name="textAreaLeft" fmla="*/ 360 w 37440"/>
                <a:gd name="textAreaRight" fmla="*/ 38160 w 374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980" h="715" fill="none">
                  <a:moveTo>
                    <a:pt x="1" y="715"/>
                  </a:moveTo>
                  <a:lnTo>
                    <a:pt x="97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368;p19"/>
            <p:cNvSpPr/>
            <p:nvPr/>
          </p:nvSpPr>
          <p:spPr>
            <a:xfrm flipH="1">
              <a:off x="726120" y="70200"/>
              <a:ext cx="38520" cy="25560"/>
            </a:xfrm>
            <a:custGeom>
              <a:avLst/>
              <a:gdLst>
                <a:gd name="textAreaLeft" fmla="*/ -360 w 38520"/>
                <a:gd name="textAreaRight" fmla="*/ 38520 w 3852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009" h="673" fill="none">
                  <a:moveTo>
                    <a:pt x="0" y="673"/>
                  </a:moveTo>
                  <a:lnTo>
                    <a:pt x="100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369;p19"/>
            <p:cNvSpPr/>
            <p:nvPr/>
          </p:nvSpPr>
          <p:spPr>
            <a:xfrm flipH="1">
              <a:off x="759600" y="17640"/>
              <a:ext cx="38520" cy="25920"/>
            </a:xfrm>
            <a:custGeom>
              <a:avLst/>
              <a:gdLst>
                <a:gd name="textAreaLeft" fmla="*/ -360 w 38520"/>
                <a:gd name="textAreaRight" fmla="*/ 38520 w 385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011" h="678" fill="none">
                  <a:moveTo>
                    <a:pt x="1" y="677"/>
                  </a:moveTo>
                  <a:lnTo>
                    <a:pt x="1011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370;p19"/>
            <p:cNvSpPr/>
            <p:nvPr/>
          </p:nvSpPr>
          <p:spPr>
            <a:xfrm flipH="1">
              <a:off x="797040" y="-34560"/>
              <a:ext cx="37440" cy="26640"/>
            </a:xfrm>
            <a:custGeom>
              <a:avLst/>
              <a:gdLst>
                <a:gd name="textAreaLeft" fmla="*/ 360 w 37440"/>
                <a:gd name="textAreaRight" fmla="*/ 38160 w 3744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977" h="703" fill="none">
                  <a:moveTo>
                    <a:pt x="1" y="703"/>
                  </a:moveTo>
                  <a:lnTo>
                    <a:pt x="977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1371;p19"/>
            <p:cNvSpPr/>
            <p:nvPr/>
          </p:nvSpPr>
          <p:spPr>
            <a:xfrm flipH="1">
              <a:off x="499680" y="339120"/>
              <a:ext cx="269280" cy="410400"/>
            </a:xfrm>
            <a:custGeom>
              <a:avLst/>
              <a:gdLst>
                <a:gd name="textAreaLeft" fmla="*/ 360 w 269280"/>
                <a:gd name="textAreaRight" fmla="*/ 270000 w 26928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6991" h="10649">
                  <a:moveTo>
                    <a:pt x="1" y="1"/>
                  </a:moveTo>
                  <a:lnTo>
                    <a:pt x="1" y="1"/>
                  </a:lnTo>
                  <a:cubicBezTo>
                    <a:pt x="553" y="907"/>
                    <a:pt x="1122" y="1804"/>
                    <a:pt x="1692" y="2699"/>
                  </a:cubicBezTo>
                  <a:lnTo>
                    <a:pt x="3423" y="5371"/>
                  </a:lnTo>
                  <a:lnTo>
                    <a:pt x="5187" y="8022"/>
                  </a:lnTo>
                  <a:cubicBezTo>
                    <a:pt x="5781" y="8901"/>
                    <a:pt x="6377" y="9780"/>
                    <a:pt x="6990" y="10648"/>
                  </a:cubicBezTo>
                  <a:cubicBezTo>
                    <a:pt x="6437" y="9742"/>
                    <a:pt x="5869" y="8845"/>
                    <a:pt x="5298" y="7950"/>
                  </a:cubicBezTo>
                  <a:lnTo>
                    <a:pt x="3567" y="5276"/>
                  </a:lnTo>
                  <a:lnTo>
                    <a:pt x="1804" y="2626"/>
                  </a:lnTo>
                  <a:cubicBezTo>
                    <a:pt x="1209" y="1746"/>
                    <a:pt x="612" y="869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372;p19"/>
            <p:cNvSpPr/>
            <p:nvPr/>
          </p:nvSpPr>
          <p:spPr>
            <a:xfrm flipH="1">
              <a:off x="203400" y="928440"/>
              <a:ext cx="187200" cy="285120"/>
            </a:xfrm>
            <a:custGeom>
              <a:avLst/>
              <a:gdLst>
                <a:gd name="textAreaLeft" fmla="*/ 360 w 187200"/>
                <a:gd name="textAreaRight" fmla="*/ 187920 w 18720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4859" h="7405">
                  <a:moveTo>
                    <a:pt x="1" y="0"/>
                  </a:moveTo>
                  <a:cubicBezTo>
                    <a:pt x="376" y="636"/>
                    <a:pt x="766" y="1262"/>
                    <a:pt x="1160" y="1887"/>
                  </a:cubicBezTo>
                  <a:cubicBezTo>
                    <a:pt x="1553" y="2513"/>
                    <a:pt x="1959" y="3129"/>
                    <a:pt x="2358" y="3749"/>
                  </a:cubicBezTo>
                  <a:cubicBezTo>
                    <a:pt x="2768" y="4363"/>
                    <a:pt x="3172" y="4981"/>
                    <a:pt x="3588" y="5590"/>
                  </a:cubicBezTo>
                  <a:cubicBezTo>
                    <a:pt x="4005" y="6200"/>
                    <a:pt x="4424" y="6807"/>
                    <a:pt x="4859" y="7404"/>
                  </a:cubicBezTo>
                  <a:cubicBezTo>
                    <a:pt x="4483" y="6768"/>
                    <a:pt x="4093" y="6142"/>
                    <a:pt x="3699" y="5518"/>
                  </a:cubicBezTo>
                  <a:cubicBezTo>
                    <a:pt x="3306" y="4893"/>
                    <a:pt x="2900" y="4276"/>
                    <a:pt x="2502" y="3655"/>
                  </a:cubicBezTo>
                  <a:cubicBezTo>
                    <a:pt x="2091" y="3042"/>
                    <a:pt x="1687" y="2424"/>
                    <a:pt x="1270" y="1815"/>
                  </a:cubicBezTo>
                  <a:cubicBezTo>
                    <a:pt x="854" y="1206"/>
                    <a:pt x="435" y="598"/>
                    <a:pt x="1" y="0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373;p19"/>
            <p:cNvSpPr/>
            <p:nvPr/>
          </p:nvSpPr>
          <p:spPr>
            <a:xfrm flipH="1">
              <a:off x="-909720" y="-320760"/>
              <a:ext cx="1591920" cy="1753920"/>
            </a:xfrm>
            <a:custGeom>
              <a:avLst/>
              <a:gdLst>
                <a:gd name="textAreaLeft" fmla="*/ -360 w 1591920"/>
                <a:gd name="textAreaRight" fmla="*/ 1591920 w 1591920"/>
                <a:gd name="textAreaTop" fmla="*/ 0 h 1753920"/>
                <a:gd name="textAreaBottom" fmla="*/ 1754280 h 1753920"/>
              </a:gdLst>
              <a:ahLst/>
              <a:cxnLst/>
              <a:rect l="textAreaLeft" t="textAreaTop" r="textAreaRight" b="textAreaBottom"/>
              <a:pathLst>
                <a:path w="41273" h="45481">
                  <a:moveTo>
                    <a:pt x="20994" y="1"/>
                  </a:moveTo>
                  <a:cubicBezTo>
                    <a:pt x="13106" y="1"/>
                    <a:pt x="6025" y="5625"/>
                    <a:pt x="4500" y="13641"/>
                  </a:cubicBezTo>
                  <a:lnTo>
                    <a:pt x="568" y="34317"/>
                  </a:lnTo>
                  <a:cubicBezTo>
                    <a:pt x="0" y="37306"/>
                    <a:pt x="1980" y="40217"/>
                    <a:pt x="4969" y="40785"/>
                  </a:cubicBezTo>
                  <a:lnTo>
                    <a:pt x="29149" y="45383"/>
                  </a:lnTo>
                  <a:cubicBezTo>
                    <a:pt x="29494" y="45449"/>
                    <a:pt x="29839" y="45480"/>
                    <a:pt x="30179" y="45480"/>
                  </a:cubicBezTo>
                  <a:cubicBezTo>
                    <a:pt x="32779" y="45480"/>
                    <a:pt x="35115" y="43626"/>
                    <a:pt x="35618" y="40982"/>
                  </a:cubicBezTo>
                  <a:lnTo>
                    <a:pt x="39549" y="20307"/>
                  </a:lnTo>
                  <a:cubicBezTo>
                    <a:pt x="41273" y="11244"/>
                    <a:pt x="35268" y="2417"/>
                    <a:pt x="26203" y="694"/>
                  </a:cubicBezTo>
                  <a:lnTo>
                    <a:pt x="24114" y="295"/>
                  </a:lnTo>
                  <a:cubicBezTo>
                    <a:pt x="23067" y="97"/>
                    <a:pt x="22024" y="1"/>
                    <a:pt x="209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374;p19"/>
            <p:cNvSpPr/>
            <p:nvPr/>
          </p:nvSpPr>
          <p:spPr>
            <a:xfrm flipH="1">
              <a:off x="-892440" y="-310320"/>
              <a:ext cx="1439640" cy="1733040"/>
            </a:xfrm>
            <a:custGeom>
              <a:avLst/>
              <a:gdLst>
                <a:gd name="textAreaLeft" fmla="*/ 360 w 1439640"/>
                <a:gd name="textAreaRight" fmla="*/ 1440360 w 143964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7329" h="44935">
                  <a:moveTo>
                    <a:pt x="20224" y="0"/>
                  </a:moveTo>
                  <a:cubicBezTo>
                    <a:pt x="12807" y="0"/>
                    <a:pt x="6149" y="5289"/>
                    <a:pt x="4714" y="12828"/>
                  </a:cubicBezTo>
                  <a:lnTo>
                    <a:pt x="534" y="34810"/>
                  </a:lnTo>
                  <a:cubicBezTo>
                    <a:pt x="0" y="37622"/>
                    <a:pt x="1862" y="40359"/>
                    <a:pt x="4673" y="40893"/>
                  </a:cubicBezTo>
                  <a:lnTo>
                    <a:pt x="25445" y="44843"/>
                  </a:lnTo>
                  <a:cubicBezTo>
                    <a:pt x="25770" y="44905"/>
                    <a:pt x="26093" y="44934"/>
                    <a:pt x="26413" y="44934"/>
                  </a:cubicBezTo>
                  <a:cubicBezTo>
                    <a:pt x="28860" y="44934"/>
                    <a:pt x="31056" y="43190"/>
                    <a:pt x="31528" y="40704"/>
                  </a:cubicBezTo>
                  <a:lnTo>
                    <a:pt x="35708" y="18722"/>
                  </a:lnTo>
                  <a:cubicBezTo>
                    <a:pt x="37329" y="10198"/>
                    <a:pt x="31682" y="1900"/>
                    <a:pt x="23159" y="278"/>
                  </a:cubicBezTo>
                  <a:cubicBezTo>
                    <a:pt x="22174" y="91"/>
                    <a:pt x="21192" y="0"/>
                    <a:pt x="2022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375;p19"/>
            <p:cNvSpPr/>
            <p:nvPr/>
          </p:nvSpPr>
          <p:spPr>
            <a:xfrm flipH="1">
              <a:off x="-547560" y="-514440"/>
              <a:ext cx="462600" cy="296640"/>
            </a:xfrm>
            <a:custGeom>
              <a:avLst/>
              <a:gdLst>
                <a:gd name="textAreaLeft" fmla="*/ 360 w 462600"/>
                <a:gd name="textAreaRight" fmla="*/ 463320 w 46260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11998" h="7697">
                  <a:moveTo>
                    <a:pt x="3757" y="0"/>
                  </a:moveTo>
                  <a:cubicBezTo>
                    <a:pt x="2224" y="0"/>
                    <a:pt x="855" y="1090"/>
                    <a:pt x="559" y="2648"/>
                  </a:cubicBezTo>
                  <a:lnTo>
                    <a:pt x="0" y="5584"/>
                  </a:lnTo>
                  <a:lnTo>
                    <a:pt x="1419" y="5854"/>
                  </a:lnTo>
                  <a:lnTo>
                    <a:pt x="1978" y="2919"/>
                  </a:lnTo>
                  <a:cubicBezTo>
                    <a:pt x="2143" y="2051"/>
                    <a:pt x="2904" y="1444"/>
                    <a:pt x="3756" y="1444"/>
                  </a:cubicBezTo>
                  <a:cubicBezTo>
                    <a:pt x="3868" y="1444"/>
                    <a:pt x="3982" y="1455"/>
                    <a:pt x="4096" y="1477"/>
                  </a:cubicBezTo>
                  <a:lnTo>
                    <a:pt x="8801" y="2372"/>
                  </a:lnTo>
                  <a:cubicBezTo>
                    <a:pt x="9783" y="2559"/>
                    <a:pt x="10430" y="3509"/>
                    <a:pt x="10243" y="4490"/>
                  </a:cubicBezTo>
                  <a:lnTo>
                    <a:pt x="9685" y="7426"/>
                  </a:lnTo>
                  <a:lnTo>
                    <a:pt x="11104" y="7696"/>
                  </a:lnTo>
                  <a:lnTo>
                    <a:pt x="11662" y="4761"/>
                  </a:lnTo>
                  <a:cubicBezTo>
                    <a:pt x="11998" y="2996"/>
                    <a:pt x="10835" y="1288"/>
                    <a:pt x="9072" y="953"/>
                  </a:cubicBezTo>
                  <a:lnTo>
                    <a:pt x="4366" y="58"/>
                  </a:lnTo>
                  <a:cubicBezTo>
                    <a:pt x="4162" y="19"/>
                    <a:pt x="3958" y="0"/>
                    <a:pt x="375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376;p19"/>
            <p:cNvSpPr/>
            <p:nvPr/>
          </p:nvSpPr>
          <p:spPr>
            <a:xfrm flipH="1">
              <a:off x="-536400" y="-501840"/>
              <a:ext cx="462600" cy="296640"/>
            </a:xfrm>
            <a:custGeom>
              <a:avLst/>
              <a:gdLst>
                <a:gd name="textAreaLeft" fmla="*/ 360 w 462600"/>
                <a:gd name="textAreaRight" fmla="*/ 463320 w 46260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11998" h="7697">
                  <a:moveTo>
                    <a:pt x="3756" y="0"/>
                  </a:moveTo>
                  <a:cubicBezTo>
                    <a:pt x="2224" y="0"/>
                    <a:pt x="855" y="1090"/>
                    <a:pt x="559" y="2648"/>
                  </a:cubicBezTo>
                  <a:lnTo>
                    <a:pt x="0" y="5584"/>
                  </a:lnTo>
                  <a:lnTo>
                    <a:pt x="1419" y="5854"/>
                  </a:lnTo>
                  <a:lnTo>
                    <a:pt x="1977" y="2919"/>
                  </a:lnTo>
                  <a:cubicBezTo>
                    <a:pt x="2142" y="2051"/>
                    <a:pt x="2904" y="1445"/>
                    <a:pt x="3756" y="1445"/>
                  </a:cubicBezTo>
                  <a:cubicBezTo>
                    <a:pt x="3868" y="1445"/>
                    <a:pt x="3982" y="1455"/>
                    <a:pt x="4096" y="1477"/>
                  </a:cubicBezTo>
                  <a:lnTo>
                    <a:pt x="8801" y="2372"/>
                  </a:lnTo>
                  <a:cubicBezTo>
                    <a:pt x="9783" y="2557"/>
                    <a:pt x="10430" y="3509"/>
                    <a:pt x="10243" y="4490"/>
                  </a:cubicBezTo>
                  <a:lnTo>
                    <a:pt x="9685" y="7426"/>
                  </a:lnTo>
                  <a:lnTo>
                    <a:pt x="11104" y="7696"/>
                  </a:lnTo>
                  <a:lnTo>
                    <a:pt x="11104" y="7695"/>
                  </a:lnTo>
                  <a:lnTo>
                    <a:pt x="11662" y="4759"/>
                  </a:lnTo>
                  <a:cubicBezTo>
                    <a:pt x="11997" y="2996"/>
                    <a:pt x="10835" y="1288"/>
                    <a:pt x="9070" y="953"/>
                  </a:cubicBezTo>
                  <a:lnTo>
                    <a:pt x="4365" y="58"/>
                  </a:lnTo>
                  <a:cubicBezTo>
                    <a:pt x="4160" y="19"/>
                    <a:pt x="3957" y="0"/>
                    <a:pt x="375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1377;p19"/>
            <p:cNvSpPr/>
            <p:nvPr/>
          </p:nvSpPr>
          <p:spPr>
            <a:xfrm flipH="1">
              <a:off x="-510480" y="-475920"/>
              <a:ext cx="419040" cy="285480"/>
            </a:xfrm>
            <a:custGeom>
              <a:avLst/>
              <a:gdLst>
                <a:gd name="textAreaLeft" fmla="*/ -360 w 419040"/>
                <a:gd name="textAreaRight" fmla="*/ 419040 w 419040"/>
                <a:gd name="textAreaTop" fmla="*/ 0 h 285480"/>
                <a:gd name="textAreaBottom" fmla="*/ 285840 h 285480"/>
              </a:gdLst>
              <a:ahLst/>
              <a:cxnLst/>
              <a:rect l="textAreaLeft" t="textAreaTop" r="textAreaRight" b="textAreaBottom"/>
              <a:pathLst>
                <a:path w="10874" h="7407" fill="none">
                  <a:moveTo>
                    <a:pt x="9974" y="7406"/>
                  </a:moveTo>
                  <a:lnTo>
                    <a:pt x="10648" y="3863"/>
                  </a:lnTo>
                  <a:cubicBezTo>
                    <a:pt x="10874" y="2679"/>
                    <a:pt x="10094" y="1532"/>
                    <a:pt x="8908" y="1306"/>
                  </a:cubicBezTo>
                  <a:lnTo>
                    <a:pt x="3231" y="227"/>
                  </a:lnTo>
                  <a:cubicBezTo>
                    <a:pt x="2047" y="1"/>
                    <a:pt x="900" y="782"/>
                    <a:pt x="674" y="1967"/>
                  </a:cubicBezTo>
                  <a:lnTo>
                    <a:pt x="0" y="5509"/>
                  </a:lnTo>
                </a:path>
              </a:pathLst>
            </a:custGeom>
            <a:noFill/>
            <a:ln w="4250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1378;p19"/>
            <p:cNvSpPr/>
            <p:nvPr/>
          </p:nvSpPr>
          <p:spPr>
            <a:xfrm flipH="1">
              <a:off x="-757800" y="-339840"/>
              <a:ext cx="1439640" cy="1733040"/>
            </a:xfrm>
            <a:custGeom>
              <a:avLst/>
              <a:gdLst>
                <a:gd name="textAreaLeft" fmla="*/ 360 w 1439640"/>
                <a:gd name="textAreaRight" fmla="*/ 1440360 w 143964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7331" h="44935">
                  <a:moveTo>
                    <a:pt x="20224" y="0"/>
                  </a:moveTo>
                  <a:cubicBezTo>
                    <a:pt x="12808" y="0"/>
                    <a:pt x="6149" y="5289"/>
                    <a:pt x="4716" y="12828"/>
                  </a:cubicBezTo>
                  <a:lnTo>
                    <a:pt x="536" y="34810"/>
                  </a:lnTo>
                  <a:cubicBezTo>
                    <a:pt x="0" y="37621"/>
                    <a:pt x="1864" y="40358"/>
                    <a:pt x="4674" y="40893"/>
                  </a:cubicBezTo>
                  <a:lnTo>
                    <a:pt x="25447" y="44843"/>
                  </a:lnTo>
                  <a:cubicBezTo>
                    <a:pt x="25771" y="44905"/>
                    <a:pt x="26095" y="44934"/>
                    <a:pt x="26414" y="44934"/>
                  </a:cubicBezTo>
                  <a:cubicBezTo>
                    <a:pt x="28860" y="44934"/>
                    <a:pt x="31056" y="43190"/>
                    <a:pt x="31528" y="40704"/>
                  </a:cubicBezTo>
                  <a:lnTo>
                    <a:pt x="35708" y="18722"/>
                  </a:lnTo>
                  <a:cubicBezTo>
                    <a:pt x="37330" y="10198"/>
                    <a:pt x="31682" y="1898"/>
                    <a:pt x="23159" y="278"/>
                  </a:cubicBezTo>
                  <a:cubicBezTo>
                    <a:pt x="22174" y="91"/>
                    <a:pt x="21193" y="0"/>
                    <a:pt x="2022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379;p19"/>
            <p:cNvSpPr/>
            <p:nvPr/>
          </p:nvSpPr>
          <p:spPr>
            <a:xfrm flipH="1">
              <a:off x="-753480" y="-321120"/>
              <a:ext cx="815040" cy="828360"/>
            </a:xfrm>
            <a:custGeom>
              <a:avLst/>
              <a:gdLst>
                <a:gd name="textAreaLeft" fmla="*/ -360 w 815040"/>
                <a:gd name="textAreaRight" fmla="*/ 815040 w 815040"/>
                <a:gd name="textAreaTop" fmla="*/ 0 h 828360"/>
                <a:gd name="textAreaBottom" fmla="*/ 828720 h 828360"/>
              </a:gdLst>
              <a:ahLst/>
              <a:cxnLst/>
              <a:rect l="textAreaLeft" t="textAreaTop" r="textAreaRight" b="textAreaBottom"/>
              <a:pathLst>
                <a:path w="21136" h="21483">
                  <a:moveTo>
                    <a:pt x="7769" y="1"/>
                  </a:moveTo>
                  <a:lnTo>
                    <a:pt x="7769" y="1"/>
                  </a:lnTo>
                  <a:cubicBezTo>
                    <a:pt x="0" y="10632"/>
                    <a:pt x="19167" y="21483"/>
                    <a:pt x="19167" y="21483"/>
                  </a:cubicBezTo>
                  <a:lnTo>
                    <a:pt x="19892" y="19474"/>
                  </a:lnTo>
                  <a:cubicBezTo>
                    <a:pt x="21135" y="16024"/>
                    <a:pt x="21129" y="12231"/>
                    <a:pt x="19790" y="8816"/>
                  </a:cubicBezTo>
                  <a:cubicBezTo>
                    <a:pt x="16515" y="473"/>
                    <a:pt x="7770" y="1"/>
                    <a:pt x="77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380;p19"/>
            <p:cNvSpPr/>
            <p:nvPr/>
          </p:nvSpPr>
          <p:spPr>
            <a:xfrm flipH="1">
              <a:off x="-744480" y="-342360"/>
              <a:ext cx="1439640" cy="1733040"/>
            </a:xfrm>
            <a:custGeom>
              <a:avLst/>
              <a:gdLst>
                <a:gd name="textAreaLeft" fmla="*/ 360 w 1439640"/>
                <a:gd name="textAreaRight" fmla="*/ 1440360 w 143964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7329" h="44934">
                  <a:moveTo>
                    <a:pt x="20222" y="0"/>
                  </a:moveTo>
                  <a:cubicBezTo>
                    <a:pt x="12806" y="0"/>
                    <a:pt x="6148" y="5289"/>
                    <a:pt x="4715" y="12826"/>
                  </a:cubicBezTo>
                  <a:lnTo>
                    <a:pt x="534" y="34810"/>
                  </a:lnTo>
                  <a:cubicBezTo>
                    <a:pt x="0" y="37621"/>
                    <a:pt x="1863" y="40358"/>
                    <a:pt x="4673" y="40892"/>
                  </a:cubicBezTo>
                  <a:lnTo>
                    <a:pt x="25445" y="44842"/>
                  </a:lnTo>
                  <a:cubicBezTo>
                    <a:pt x="25770" y="44903"/>
                    <a:pt x="26093" y="44933"/>
                    <a:pt x="26412" y="44933"/>
                  </a:cubicBezTo>
                  <a:cubicBezTo>
                    <a:pt x="28858" y="44933"/>
                    <a:pt x="31055" y="43189"/>
                    <a:pt x="31528" y="40703"/>
                  </a:cubicBezTo>
                  <a:lnTo>
                    <a:pt x="35709" y="18721"/>
                  </a:lnTo>
                  <a:cubicBezTo>
                    <a:pt x="37329" y="10197"/>
                    <a:pt x="31681" y="1898"/>
                    <a:pt x="23159" y="278"/>
                  </a:cubicBezTo>
                  <a:cubicBezTo>
                    <a:pt x="22174" y="91"/>
                    <a:pt x="21191" y="0"/>
                    <a:pt x="2022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381;p19"/>
            <p:cNvSpPr/>
            <p:nvPr/>
          </p:nvSpPr>
          <p:spPr>
            <a:xfrm flipH="1">
              <a:off x="-709560" y="-353880"/>
              <a:ext cx="1384560" cy="1733040"/>
            </a:xfrm>
            <a:custGeom>
              <a:avLst/>
              <a:gdLst>
                <a:gd name="textAreaLeft" fmla="*/ -360 w 1384560"/>
                <a:gd name="textAreaRight" fmla="*/ 1384560 w 138456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5904" h="44936" fill="none">
                  <a:moveTo>
                    <a:pt x="4495" y="40621"/>
                  </a:moveTo>
                  <a:lnTo>
                    <a:pt x="24475" y="44420"/>
                  </a:lnTo>
                  <a:cubicBezTo>
                    <a:pt x="27177" y="44935"/>
                    <a:pt x="29810" y="43144"/>
                    <a:pt x="30324" y="40440"/>
                  </a:cubicBezTo>
                  <a:lnTo>
                    <a:pt x="34345" y="19298"/>
                  </a:lnTo>
                  <a:cubicBezTo>
                    <a:pt x="35903" y="11099"/>
                    <a:pt x="30472" y="3117"/>
                    <a:pt x="22274" y="1559"/>
                  </a:cubicBezTo>
                  <a:lnTo>
                    <a:pt x="22274" y="1559"/>
                  </a:lnTo>
                  <a:cubicBezTo>
                    <a:pt x="14078" y="0"/>
                    <a:pt x="6095" y="5431"/>
                    <a:pt x="4535" y="13629"/>
                  </a:cubicBezTo>
                  <a:lnTo>
                    <a:pt x="515" y="34771"/>
                  </a:lnTo>
                  <a:cubicBezTo>
                    <a:pt x="1" y="37475"/>
                    <a:pt x="1793" y="40107"/>
                    <a:pt x="4495" y="40621"/>
                  </a:cubicBezTo>
                  <a:close/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382;p19"/>
            <p:cNvSpPr/>
            <p:nvPr/>
          </p:nvSpPr>
          <p:spPr>
            <a:xfrm flipH="1">
              <a:off x="-486360" y="550800"/>
              <a:ext cx="1004400" cy="692280"/>
            </a:xfrm>
            <a:custGeom>
              <a:avLst/>
              <a:gdLst>
                <a:gd name="textAreaLeft" fmla="*/ 360 w 1004400"/>
                <a:gd name="textAreaRight" fmla="*/ 1005120 w 1004400"/>
                <a:gd name="textAreaTop" fmla="*/ 0 h 692280"/>
                <a:gd name="textAreaBottom" fmla="*/ 692640 h 692280"/>
              </a:gdLst>
              <a:ahLst/>
              <a:cxnLst/>
              <a:rect l="textAreaLeft" t="textAreaTop" r="textAreaRight" b="textAreaBottom"/>
              <a:pathLst>
                <a:path w="26046" h="17957">
                  <a:moveTo>
                    <a:pt x="4473" y="1"/>
                  </a:moveTo>
                  <a:cubicBezTo>
                    <a:pt x="3313" y="1"/>
                    <a:pt x="2271" y="829"/>
                    <a:pt x="2047" y="2009"/>
                  </a:cubicBezTo>
                  <a:lnTo>
                    <a:pt x="255" y="11433"/>
                  </a:lnTo>
                  <a:cubicBezTo>
                    <a:pt x="1" y="12767"/>
                    <a:pt x="886" y="14066"/>
                    <a:pt x="2219" y="14320"/>
                  </a:cubicBezTo>
                  <a:lnTo>
                    <a:pt x="10587" y="16524"/>
                  </a:lnTo>
                  <a:cubicBezTo>
                    <a:pt x="11749" y="16831"/>
                    <a:pt x="12930" y="17047"/>
                    <a:pt x="14123" y="17173"/>
                  </a:cubicBezTo>
                  <a:lnTo>
                    <a:pt x="21111" y="17913"/>
                  </a:lnTo>
                  <a:cubicBezTo>
                    <a:pt x="21265" y="17942"/>
                    <a:pt x="21419" y="17956"/>
                    <a:pt x="21570" y="17956"/>
                  </a:cubicBezTo>
                  <a:cubicBezTo>
                    <a:pt x="22732" y="17956"/>
                    <a:pt x="23774" y="17129"/>
                    <a:pt x="23999" y="15949"/>
                  </a:cubicBezTo>
                  <a:lnTo>
                    <a:pt x="25791" y="6525"/>
                  </a:lnTo>
                  <a:cubicBezTo>
                    <a:pt x="26046" y="5191"/>
                    <a:pt x="25161" y="3891"/>
                    <a:pt x="23827" y="3636"/>
                  </a:cubicBezTo>
                  <a:lnTo>
                    <a:pt x="14447" y="2364"/>
                  </a:lnTo>
                  <a:lnTo>
                    <a:pt x="4934" y="45"/>
                  </a:lnTo>
                  <a:cubicBezTo>
                    <a:pt x="4779" y="15"/>
                    <a:pt x="4625" y="1"/>
                    <a:pt x="447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383;p19"/>
            <p:cNvSpPr/>
            <p:nvPr/>
          </p:nvSpPr>
          <p:spPr>
            <a:xfrm flipH="1">
              <a:off x="-479520" y="541080"/>
              <a:ext cx="1004400" cy="692280"/>
            </a:xfrm>
            <a:custGeom>
              <a:avLst/>
              <a:gdLst>
                <a:gd name="textAreaLeft" fmla="*/ 360 w 1004400"/>
                <a:gd name="textAreaRight" fmla="*/ 1005120 w 1004400"/>
                <a:gd name="textAreaTop" fmla="*/ 0 h 692280"/>
                <a:gd name="textAreaBottom" fmla="*/ 692640 h 692280"/>
              </a:gdLst>
              <a:ahLst/>
              <a:cxnLst/>
              <a:rect l="textAreaLeft" t="textAreaTop" r="textAreaRight" b="textAreaBottom"/>
              <a:pathLst>
                <a:path w="26045" h="17957">
                  <a:moveTo>
                    <a:pt x="4475" y="1"/>
                  </a:moveTo>
                  <a:cubicBezTo>
                    <a:pt x="3314" y="1"/>
                    <a:pt x="2271" y="828"/>
                    <a:pt x="2047" y="2008"/>
                  </a:cubicBezTo>
                  <a:lnTo>
                    <a:pt x="254" y="11432"/>
                  </a:lnTo>
                  <a:cubicBezTo>
                    <a:pt x="1" y="12768"/>
                    <a:pt x="884" y="14066"/>
                    <a:pt x="2220" y="14321"/>
                  </a:cubicBezTo>
                  <a:lnTo>
                    <a:pt x="10588" y="16525"/>
                  </a:lnTo>
                  <a:cubicBezTo>
                    <a:pt x="11747" y="16830"/>
                    <a:pt x="12930" y="17048"/>
                    <a:pt x="14123" y="17174"/>
                  </a:cubicBezTo>
                  <a:lnTo>
                    <a:pt x="21111" y="17912"/>
                  </a:lnTo>
                  <a:cubicBezTo>
                    <a:pt x="21266" y="17942"/>
                    <a:pt x="21420" y="17956"/>
                    <a:pt x="21572" y="17956"/>
                  </a:cubicBezTo>
                  <a:cubicBezTo>
                    <a:pt x="22732" y="17956"/>
                    <a:pt x="23774" y="17128"/>
                    <a:pt x="23999" y="15948"/>
                  </a:cubicBezTo>
                  <a:lnTo>
                    <a:pt x="25791" y="6524"/>
                  </a:lnTo>
                  <a:cubicBezTo>
                    <a:pt x="26044" y="5190"/>
                    <a:pt x="25161" y="3891"/>
                    <a:pt x="23827" y="3637"/>
                  </a:cubicBezTo>
                  <a:lnTo>
                    <a:pt x="14447" y="2364"/>
                  </a:lnTo>
                  <a:lnTo>
                    <a:pt x="4934" y="44"/>
                  </a:lnTo>
                  <a:cubicBezTo>
                    <a:pt x="4780" y="15"/>
                    <a:pt x="4626" y="1"/>
                    <a:pt x="44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384;p19"/>
            <p:cNvSpPr/>
            <p:nvPr/>
          </p:nvSpPr>
          <p:spPr>
            <a:xfrm flipH="1">
              <a:off x="-505800" y="510120"/>
              <a:ext cx="1046520" cy="752760"/>
            </a:xfrm>
            <a:custGeom>
              <a:avLst/>
              <a:gdLst>
                <a:gd name="textAreaLeft" fmla="*/ -360 w 1046520"/>
                <a:gd name="textAreaRight" fmla="*/ 1046520 w 1046520"/>
                <a:gd name="textAreaTop" fmla="*/ 0 h 752760"/>
                <a:gd name="textAreaBottom" fmla="*/ 753120 h 752760"/>
              </a:gdLst>
              <a:ahLst/>
              <a:cxnLst/>
              <a:rect l="textAreaLeft" t="textAreaTop" r="textAreaRight" b="textAreaBottom"/>
              <a:pathLst>
                <a:path w="27136" h="19519" fill="none">
                  <a:moveTo>
                    <a:pt x="21709" y="19256"/>
                  </a:moveTo>
                  <a:lnTo>
                    <a:pt x="14523" y="18497"/>
                  </a:lnTo>
                  <a:cubicBezTo>
                    <a:pt x="13295" y="18367"/>
                    <a:pt x="12081" y="18144"/>
                    <a:pt x="10886" y="17829"/>
                  </a:cubicBezTo>
                  <a:lnTo>
                    <a:pt x="2281" y="15562"/>
                  </a:lnTo>
                  <a:cubicBezTo>
                    <a:pt x="910" y="15300"/>
                    <a:pt x="0" y="13965"/>
                    <a:pt x="261" y="12592"/>
                  </a:cubicBezTo>
                  <a:lnTo>
                    <a:pt x="1622" y="5430"/>
                  </a:lnTo>
                  <a:lnTo>
                    <a:pt x="1277" y="4342"/>
                  </a:lnTo>
                  <a:lnTo>
                    <a:pt x="1859" y="2887"/>
                  </a:lnTo>
                  <a:cubicBezTo>
                    <a:pt x="2121" y="1515"/>
                    <a:pt x="2622" y="1"/>
                    <a:pt x="3993" y="261"/>
                  </a:cubicBezTo>
                  <a:lnTo>
                    <a:pt x="15205" y="2392"/>
                  </a:lnTo>
                  <a:lnTo>
                    <a:pt x="25084" y="4000"/>
                  </a:lnTo>
                  <a:cubicBezTo>
                    <a:pt x="26457" y="4260"/>
                    <a:pt x="27136" y="5931"/>
                    <a:pt x="26874" y="7304"/>
                  </a:cubicBezTo>
                  <a:lnTo>
                    <a:pt x="26808" y="9267"/>
                  </a:lnTo>
                  <a:lnTo>
                    <a:pt x="26091" y="9812"/>
                  </a:lnTo>
                  <a:lnTo>
                    <a:pt x="24680" y="17236"/>
                  </a:lnTo>
                  <a:cubicBezTo>
                    <a:pt x="24418" y="18609"/>
                    <a:pt x="23082" y="19518"/>
                    <a:pt x="21709" y="19256"/>
                  </a:cubicBezTo>
                  <a:close/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385;p19"/>
            <p:cNvSpPr/>
            <p:nvPr/>
          </p:nvSpPr>
          <p:spPr>
            <a:xfrm flipH="1">
              <a:off x="-489960" y="542880"/>
              <a:ext cx="956520" cy="335160"/>
            </a:xfrm>
            <a:custGeom>
              <a:avLst/>
              <a:gdLst>
                <a:gd name="textAreaLeft" fmla="*/ 360 w 956520"/>
                <a:gd name="textAreaRight" fmla="*/ 957240 w 95652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4808" h="8698">
                  <a:moveTo>
                    <a:pt x="2334" y="1"/>
                  </a:moveTo>
                  <a:cubicBezTo>
                    <a:pt x="1546" y="1"/>
                    <a:pt x="973" y="169"/>
                    <a:pt x="900" y="471"/>
                  </a:cubicBezTo>
                  <a:lnTo>
                    <a:pt x="114" y="3747"/>
                  </a:lnTo>
                  <a:cubicBezTo>
                    <a:pt x="0" y="4221"/>
                    <a:pt x="1091" y="4822"/>
                    <a:pt x="2530" y="5080"/>
                  </a:cubicBezTo>
                  <a:lnTo>
                    <a:pt x="11439" y="6890"/>
                  </a:lnTo>
                  <a:cubicBezTo>
                    <a:pt x="12650" y="7136"/>
                    <a:pt x="13863" y="7351"/>
                    <a:pt x="15069" y="7531"/>
                  </a:cubicBezTo>
                  <a:lnTo>
                    <a:pt x="21995" y="8564"/>
                  </a:lnTo>
                  <a:cubicBezTo>
                    <a:pt x="22511" y="8656"/>
                    <a:pt x="22935" y="8698"/>
                    <a:pt x="23278" y="8698"/>
                  </a:cubicBezTo>
                  <a:cubicBezTo>
                    <a:pt x="24072" y="8698"/>
                    <a:pt x="24426" y="8476"/>
                    <a:pt x="24457" y="8151"/>
                  </a:cubicBezTo>
                  <a:lnTo>
                    <a:pt x="24765" y="4965"/>
                  </a:lnTo>
                  <a:cubicBezTo>
                    <a:pt x="24808" y="4523"/>
                    <a:pt x="23803" y="3966"/>
                    <a:pt x="22529" y="3723"/>
                  </a:cubicBezTo>
                  <a:lnTo>
                    <a:pt x="13415" y="2160"/>
                  </a:lnTo>
                  <a:lnTo>
                    <a:pt x="3641" y="131"/>
                  </a:lnTo>
                  <a:cubicBezTo>
                    <a:pt x="3176" y="43"/>
                    <a:pt x="2728" y="1"/>
                    <a:pt x="233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386;p19"/>
            <p:cNvSpPr/>
            <p:nvPr/>
          </p:nvSpPr>
          <p:spPr>
            <a:xfrm flipH="1">
              <a:off x="-483840" y="532080"/>
              <a:ext cx="956520" cy="334080"/>
            </a:xfrm>
            <a:custGeom>
              <a:avLst/>
              <a:gdLst>
                <a:gd name="textAreaLeft" fmla="*/ 360 w 956520"/>
                <a:gd name="textAreaRight" fmla="*/ 957240 w 95652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4809" h="8666">
                  <a:moveTo>
                    <a:pt x="2333" y="1"/>
                  </a:moveTo>
                  <a:cubicBezTo>
                    <a:pt x="1547" y="1"/>
                    <a:pt x="975" y="169"/>
                    <a:pt x="902" y="472"/>
                  </a:cubicBezTo>
                  <a:lnTo>
                    <a:pt x="115" y="3747"/>
                  </a:lnTo>
                  <a:cubicBezTo>
                    <a:pt x="1" y="4220"/>
                    <a:pt x="1092" y="4822"/>
                    <a:pt x="2532" y="5081"/>
                  </a:cubicBezTo>
                  <a:lnTo>
                    <a:pt x="11441" y="6891"/>
                  </a:lnTo>
                  <a:cubicBezTo>
                    <a:pt x="12651" y="7137"/>
                    <a:pt x="13865" y="7350"/>
                    <a:pt x="15070" y="7530"/>
                  </a:cubicBezTo>
                  <a:lnTo>
                    <a:pt x="21997" y="8565"/>
                  </a:lnTo>
                  <a:lnTo>
                    <a:pt x="21997" y="8565"/>
                  </a:lnTo>
                  <a:lnTo>
                    <a:pt x="21995" y="8563"/>
                  </a:lnTo>
                  <a:lnTo>
                    <a:pt x="21995" y="8563"/>
                  </a:lnTo>
                  <a:cubicBezTo>
                    <a:pt x="22381" y="8633"/>
                    <a:pt x="22748" y="8665"/>
                    <a:pt x="23076" y="8665"/>
                  </a:cubicBezTo>
                  <a:cubicBezTo>
                    <a:pt x="23866" y="8665"/>
                    <a:pt x="24427" y="8476"/>
                    <a:pt x="24457" y="8150"/>
                  </a:cubicBezTo>
                  <a:lnTo>
                    <a:pt x="24765" y="4964"/>
                  </a:lnTo>
                  <a:cubicBezTo>
                    <a:pt x="24808" y="4523"/>
                    <a:pt x="23805" y="3966"/>
                    <a:pt x="22529" y="3722"/>
                  </a:cubicBezTo>
                  <a:lnTo>
                    <a:pt x="13417" y="2160"/>
                  </a:lnTo>
                  <a:lnTo>
                    <a:pt x="3642" y="132"/>
                  </a:lnTo>
                  <a:cubicBezTo>
                    <a:pt x="3176" y="43"/>
                    <a:pt x="2727" y="1"/>
                    <a:pt x="233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387;p19"/>
            <p:cNvSpPr/>
            <p:nvPr/>
          </p:nvSpPr>
          <p:spPr>
            <a:xfrm flipH="1">
              <a:off x="-385200" y="-63720"/>
              <a:ext cx="540000" cy="540000"/>
            </a:xfrm>
            <a:custGeom>
              <a:avLst/>
              <a:gdLst>
                <a:gd name="textAreaLeft" fmla="*/ -360 w 540000"/>
                <a:gd name="textAreaRight" fmla="*/ 540000 w 540000"/>
                <a:gd name="textAreaTop" fmla="*/ 0 h 540000"/>
                <a:gd name="textAreaBottom" fmla="*/ 540360 h 540000"/>
              </a:gdLst>
              <a:ahLst/>
              <a:cxnLst/>
              <a:rect l="textAreaLeft" t="textAreaTop" r="textAreaRight" b="textAreaBottom"/>
              <a:pathLst>
                <a:path w="14007" h="14006">
                  <a:moveTo>
                    <a:pt x="7004" y="1"/>
                  </a:moveTo>
                  <a:cubicBezTo>
                    <a:pt x="5146" y="1"/>
                    <a:pt x="3365" y="737"/>
                    <a:pt x="2052" y="2051"/>
                  </a:cubicBezTo>
                  <a:cubicBezTo>
                    <a:pt x="738" y="3364"/>
                    <a:pt x="0" y="5145"/>
                    <a:pt x="0" y="7003"/>
                  </a:cubicBezTo>
                  <a:cubicBezTo>
                    <a:pt x="0" y="8859"/>
                    <a:pt x="738" y="10641"/>
                    <a:pt x="2052" y="11955"/>
                  </a:cubicBezTo>
                  <a:cubicBezTo>
                    <a:pt x="3365" y="13267"/>
                    <a:pt x="5146" y="14005"/>
                    <a:pt x="7004" y="14005"/>
                  </a:cubicBezTo>
                  <a:cubicBezTo>
                    <a:pt x="8860" y="14005"/>
                    <a:pt x="10642" y="13267"/>
                    <a:pt x="11954" y="11955"/>
                  </a:cubicBezTo>
                  <a:cubicBezTo>
                    <a:pt x="13268" y="10641"/>
                    <a:pt x="14006" y="8859"/>
                    <a:pt x="14006" y="7003"/>
                  </a:cubicBezTo>
                  <a:cubicBezTo>
                    <a:pt x="14006" y="5145"/>
                    <a:pt x="13268" y="3364"/>
                    <a:pt x="11954" y="2051"/>
                  </a:cubicBezTo>
                  <a:cubicBezTo>
                    <a:pt x="10642" y="737"/>
                    <a:pt x="8860" y="1"/>
                    <a:pt x="700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388;p19"/>
            <p:cNvSpPr/>
            <p:nvPr/>
          </p:nvSpPr>
          <p:spPr>
            <a:xfrm flipH="1">
              <a:off x="-371520" y="-75960"/>
              <a:ext cx="540000" cy="540000"/>
            </a:xfrm>
            <a:custGeom>
              <a:avLst/>
              <a:gdLst>
                <a:gd name="textAreaLeft" fmla="*/ -360 w 540000"/>
                <a:gd name="textAreaRight" fmla="*/ 540000 w 540000"/>
                <a:gd name="textAreaTop" fmla="*/ 0 h 540000"/>
                <a:gd name="textAreaBottom" fmla="*/ 540360 h 540000"/>
              </a:gdLst>
              <a:ahLst/>
              <a:cxnLst/>
              <a:rect l="textAreaLeft" t="textAreaTop" r="textAreaRight" b="textAreaBottom"/>
              <a:pathLst>
                <a:path w="14006" h="14005">
                  <a:moveTo>
                    <a:pt x="7003" y="0"/>
                  </a:moveTo>
                  <a:cubicBezTo>
                    <a:pt x="5145" y="0"/>
                    <a:pt x="3365" y="738"/>
                    <a:pt x="2051" y="2051"/>
                  </a:cubicBezTo>
                  <a:cubicBezTo>
                    <a:pt x="739" y="3365"/>
                    <a:pt x="0" y="5146"/>
                    <a:pt x="0" y="7003"/>
                  </a:cubicBezTo>
                  <a:cubicBezTo>
                    <a:pt x="0" y="8860"/>
                    <a:pt x="739" y="10640"/>
                    <a:pt x="2051" y="11954"/>
                  </a:cubicBezTo>
                  <a:cubicBezTo>
                    <a:pt x="3365" y="13268"/>
                    <a:pt x="5145" y="14005"/>
                    <a:pt x="7003" y="14005"/>
                  </a:cubicBezTo>
                  <a:cubicBezTo>
                    <a:pt x="8861" y="14005"/>
                    <a:pt x="10641" y="13268"/>
                    <a:pt x="11954" y="11954"/>
                  </a:cubicBezTo>
                  <a:cubicBezTo>
                    <a:pt x="13267" y="10640"/>
                    <a:pt x="14005" y="8860"/>
                    <a:pt x="14005" y="7003"/>
                  </a:cubicBezTo>
                  <a:cubicBezTo>
                    <a:pt x="14005" y="5146"/>
                    <a:pt x="13267" y="3365"/>
                    <a:pt x="11954" y="2051"/>
                  </a:cubicBezTo>
                  <a:cubicBezTo>
                    <a:pt x="10641" y="738"/>
                    <a:pt x="8861" y="0"/>
                    <a:pt x="700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389;p19"/>
            <p:cNvSpPr/>
            <p:nvPr/>
          </p:nvSpPr>
          <p:spPr>
            <a:xfrm flipH="1">
              <a:off x="-339840" y="-45000"/>
              <a:ext cx="474120" cy="474120"/>
            </a:xfrm>
            <a:custGeom>
              <a:avLst/>
              <a:gdLst>
                <a:gd name="textAreaLeft" fmla="*/ 360 w 474120"/>
                <a:gd name="textAreaRight" fmla="*/ 474840 w 474120"/>
                <a:gd name="textAreaTop" fmla="*/ 0 h 474120"/>
                <a:gd name="textAreaBottom" fmla="*/ 474480 h 474120"/>
              </a:gdLst>
              <a:ahLst/>
              <a:cxnLst/>
              <a:rect l="textAreaLeft" t="textAreaTop" r="textAreaRight" b="textAreaBottom"/>
              <a:pathLst>
                <a:path w="12298" h="12298" fill="none">
                  <a:moveTo>
                    <a:pt x="10497" y="1802"/>
                  </a:moveTo>
                  <a:cubicBezTo>
                    <a:pt x="11650" y="2955"/>
                    <a:pt x="12297" y="4519"/>
                    <a:pt x="12297" y="6150"/>
                  </a:cubicBezTo>
                  <a:cubicBezTo>
                    <a:pt x="12297" y="7780"/>
                    <a:pt x="11650" y="9344"/>
                    <a:pt x="10497" y="10497"/>
                  </a:cubicBezTo>
                  <a:cubicBezTo>
                    <a:pt x="9343" y="11650"/>
                    <a:pt x="7780" y="12297"/>
                    <a:pt x="6150" y="12297"/>
                  </a:cubicBezTo>
                  <a:cubicBezTo>
                    <a:pt x="4518" y="12297"/>
                    <a:pt x="2955" y="11650"/>
                    <a:pt x="1802" y="10497"/>
                  </a:cubicBezTo>
                  <a:cubicBezTo>
                    <a:pt x="648" y="9344"/>
                    <a:pt x="1" y="7780"/>
                    <a:pt x="1" y="6150"/>
                  </a:cubicBezTo>
                  <a:cubicBezTo>
                    <a:pt x="1" y="4519"/>
                    <a:pt x="648" y="2955"/>
                    <a:pt x="1802" y="1802"/>
                  </a:cubicBezTo>
                  <a:cubicBezTo>
                    <a:pt x="2955" y="650"/>
                    <a:pt x="4518" y="1"/>
                    <a:pt x="6150" y="1"/>
                  </a:cubicBezTo>
                  <a:cubicBezTo>
                    <a:pt x="7780" y="1"/>
                    <a:pt x="9343" y="650"/>
                    <a:pt x="10497" y="1802"/>
                  </a:cubicBezTo>
                  <a:close/>
                </a:path>
              </a:pathLst>
            </a:custGeom>
            <a:noFill/>
            <a:ln w="5000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390;p19"/>
            <p:cNvSpPr/>
            <p:nvPr/>
          </p:nvSpPr>
          <p:spPr>
            <a:xfrm flipH="1">
              <a:off x="-414000" y="-117000"/>
              <a:ext cx="618840" cy="618840"/>
            </a:xfrm>
            <a:custGeom>
              <a:avLst/>
              <a:gdLst>
                <a:gd name="textAreaLeft" fmla="*/ 360 w 618840"/>
                <a:gd name="textAreaRight" fmla="*/ 619560 w 618840"/>
                <a:gd name="textAreaTop" fmla="*/ 0 h 618840"/>
                <a:gd name="textAreaBottom" fmla="*/ 619200 h 618840"/>
              </a:gdLst>
              <a:ahLst/>
              <a:cxnLst/>
              <a:rect l="textAreaLeft" t="textAreaTop" r="textAreaRight" b="textAreaBottom"/>
              <a:pathLst>
                <a:path w="16056" h="16056" fill="none">
                  <a:moveTo>
                    <a:pt x="13704" y="2352"/>
                  </a:moveTo>
                  <a:cubicBezTo>
                    <a:pt x="15211" y="3857"/>
                    <a:pt x="16056" y="5899"/>
                    <a:pt x="16056" y="8027"/>
                  </a:cubicBezTo>
                  <a:cubicBezTo>
                    <a:pt x="16056" y="10157"/>
                    <a:pt x="15211" y="12199"/>
                    <a:pt x="13704" y="13704"/>
                  </a:cubicBezTo>
                  <a:cubicBezTo>
                    <a:pt x="12199" y="15209"/>
                    <a:pt x="10157" y="16056"/>
                    <a:pt x="8029" y="16056"/>
                  </a:cubicBezTo>
                  <a:cubicBezTo>
                    <a:pt x="5899" y="16056"/>
                    <a:pt x="3857" y="15209"/>
                    <a:pt x="2352" y="13704"/>
                  </a:cubicBezTo>
                  <a:cubicBezTo>
                    <a:pt x="847" y="12199"/>
                    <a:pt x="0" y="10157"/>
                    <a:pt x="0" y="8027"/>
                  </a:cubicBezTo>
                  <a:cubicBezTo>
                    <a:pt x="0" y="5899"/>
                    <a:pt x="847" y="3857"/>
                    <a:pt x="2352" y="2352"/>
                  </a:cubicBezTo>
                  <a:cubicBezTo>
                    <a:pt x="3857" y="846"/>
                    <a:pt x="5899" y="0"/>
                    <a:pt x="8029" y="0"/>
                  </a:cubicBezTo>
                  <a:cubicBezTo>
                    <a:pt x="10157" y="0"/>
                    <a:pt x="12199" y="846"/>
                    <a:pt x="13704" y="2352"/>
                  </a:cubicBezTo>
                  <a:close/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391;p19"/>
            <p:cNvSpPr/>
            <p:nvPr/>
          </p:nvSpPr>
          <p:spPr>
            <a:xfrm flipH="1">
              <a:off x="-451800" y="716760"/>
              <a:ext cx="917640" cy="175680"/>
            </a:xfrm>
            <a:custGeom>
              <a:avLst/>
              <a:gdLst>
                <a:gd name="textAreaLeft" fmla="*/ -360 w 917640"/>
                <a:gd name="textAreaRight" fmla="*/ 917640 w 91764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23797" h="4560" fill="none">
                  <a:moveTo>
                    <a:pt x="1" y="1"/>
                  </a:moveTo>
                  <a:cubicBezTo>
                    <a:pt x="1" y="1"/>
                    <a:pt x="5358" y="2996"/>
                    <a:pt x="23796" y="4560"/>
                  </a:cubicBezTo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392;p19"/>
            <p:cNvSpPr/>
            <p:nvPr/>
          </p:nvSpPr>
          <p:spPr>
            <a:xfrm flipH="1">
              <a:off x="421560" y="676440"/>
              <a:ext cx="80280" cy="86400"/>
            </a:xfrm>
            <a:custGeom>
              <a:avLst/>
              <a:gdLst>
                <a:gd name="textAreaLeft" fmla="*/ -360 w 80280"/>
                <a:gd name="textAreaRight" fmla="*/ 80280 w 80280"/>
                <a:gd name="textAreaTop" fmla="*/ 0 h 86400"/>
                <a:gd name="textAreaBottom" fmla="*/ 86760 h 86400"/>
              </a:gdLst>
              <a:ahLst/>
              <a:cxnLst/>
              <a:rect l="textAreaLeft" t="textAreaTop" r="textAreaRight" b="textAreaBottom"/>
              <a:pathLst>
                <a:path w="2090" h="2253">
                  <a:moveTo>
                    <a:pt x="991" y="0"/>
                  </a:moveTo>
                  <a:cubicBezTo>
                    <a:pt x="850" y="0"/>
                    <a:pt x="714" y="79"/>
                    <a:pt x="649" y="214"/>
                  </a:cubicBezTo>
                  <a:lnTo>
                    <a:pt x="89" y="1397"/>
                  </a:lnTo>
                  <a:cubicBezTo>
                    <a:pt x="0" y="1584"/>
                    <a:pt x="81" y="1808"/>
                    <a:pt x="268" y="1898"/>
                  </a:cubicBezTo>
                  <a:lnTo>
                    <a:pt x="938" y="2216"/>
                  </a:lnTo>
                  <a:cubicBezTo>
                    <a:pt x="990" y="2240"/>
                    <a:pt x="1045" y="2252"/>
                    <a:pt x="1099" y="2252"/>
                  </a:cubicBezTo>
                  <a:cubicBezTo>
                    <a:pt x="1240" y="2252"/>
                    <a:pt x="1376" y="2173"/>
                    <a:pt x="1439" y="2037"/>
                  </a:cubicBezTo>
                  <a:lnTo>
                    <a:pt x="2000" y="856"/>
                  </a:lnTo>
                  <a:cubicBezTo>
                    <a:pt x="2089" y="669"/>
                    <a:pt x="2009" y="443"/>
                    <a:pt x="1822" y="355"/>
                  </a:cubicBezTo>
                  <a:lnTo>
                    <a:pt x="1150" y="36"/>
                  </a:lnTo>
                  <a:cubicBezTo>
                    <a:pt x="1099" y="11"/>
                    <a:pt x="1045" y="0"/>
                    <a:pt x="99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393;p19"/>
            <p:cNvSpPr/>
            <p:nvPr/>
          </p:nvSpPr>
          <p:spPr>
            <a:xfrm flipH="1">
              <a:off x="450720" y="705600"/>
              <a:ext cx="55440" cy="84960"/>
            </a:xfrm>
            <a:custGeom>
              <a:avLst/>
              <a:gdLst>
                <a:gd name="textAreaLeft" fmla="*/ 360 w 55440"/>
                <a:gd name="textAreaRight" fmla="*/ 56160 w 5544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1445" h="2215" fill="none">
                  <a:moveTo>
                    <a:pt x="155" y="2069"/>
                  </a:moveTo>
                  <a:lnTo>
                    <a:pt x="366" y="2166"/>
                  </a:lnTo>
                  <a:cubicBezTo>
                    <a:pt x="473" y="2215"/>
                    <a:pt x="599" y="2167"/>
                    <a:pt x="648" y="2062"/>
                  </a:cubicBezTo>
                  <a:lnTo>
                    <a:pt x="1395" y="426"/>
                  </a:lnTo>
                  <a:cubicBezTo>
                    <a:pt x="1444" y="321"/>
                    <a:pt x="1397" y="194"/>
                    <a:pt x="1290" y="145"/>
                  </a:cubicBezTo>
                  <a:lnTo>
                    <a:pt x="1079" y="49"/>
                  </a:lnTo>
                  <a:cubicBezTo>
                    <a:pt x="972" y="0"/>
                    <a:pt x="845" y="48"/>
                    <a:pt x="797" y="154"/>
                  </a:cubicBezTo>
                  <a:lnTo>
                    <a:pt x="50" y="1789"/>
                  </a:lnTo>
                  <a:cubicBezTo>
                    <a:pt x="1" y="1894"/>
                    <a:pt x="48" y="2021"/>
                    <a:pt x="155" y="2069"/>
                  </a:cubicBezTo>
                  <a:close/>
                </a:path>
              </a:pathLst>
            </a:custGeom>
            <a:noFill/>
            <a:ln w="47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394;p19"/>
            <p:cNvSpPr/>
            <p:nvPr/>
          </p:nvSpPr>
          <p:spPr>
            <a:xfrm flipH="1">
              <a:off x="448920" y="705240"/>
              <a:ext cx="55440" cy="84960"/>
            </a:xfrm>
            <a:custGeom>
              <a:avLst/>
              <a:gdLst>
                <a:gd name="textAreaLeft" fmla="*/ 360 w 55440"/>
                <a:gd name="textAreaRight" fmla="*/ 56160 w 5544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1445" h="2216" fill="none">
                  <a:moveTo>
                    <a:pt x="155" y="2070"/>
                  </a:moveTo>
                  <a:lnTo>
                    <a:pt x="366" y="2166"/>
                  </a:lnTo>
                  <a:cubicBezTo>
                    <a:pt x="473" y="2215"/>
                    <a:pt x="599" y="2168"/>
                    <a:pt x="648" y="2063"/>
                  </a:cubicBezTo>
                  <a:lnTo>
                    <a:pt x="1395" y="426"/>
                  </a:lnTo>
                  <a:cubicBezTo>
                    <a:pt x="1444" y="321"/>
                    <a:pt x="1397" y="195"/>
                    <a:pt x="1290" y="146"/>
                  </a:cubicBezTo>
                  <a:lnTo>
                    <a:pt x="1079" y="49"/>
                  </a:lnTo>
                  <a:cubicBezTo>
                    <a:pt x="972" y="0"/>
                    <a:pt x="846" y="48"/>
                    <a:pt x="797" y="154"/>
                  </a:cubicBezTo>
                  <a:lnTo>
                    <a:pt x="50" y="1789"/>
                  </a:lnTo>
                  <a:cubicBezTo>
                    <a:pt x="1" y="1896"/>
                    <a:pt x="48" y="2022"/>
                    <a:pt x="155" y="2070"/>
                  </a:cubicBezTo>
                  <a:close/>
                </a:path>
              </a:pathLst>
            </a:custGeom>
            <a:noFill/>
            <a:ln w="4725">
              <a:solidFill>
                <a:srgbClr val="E590E6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395;p19"/>
            <p:cNvSpPr/>
            <p:nvPr/>
          </p:nvSpPr>
          <p:spPr>
            <a:xfrm flipH="1">
              <a:off x="455760" y="680400"/>
              <a:ext cx="20880" cy="11880"/>
            </a:xfrm>
            <a:custGeom>
              <a:avLst/>
              <a:gdLst>
                <a:gd name="textAreaLeft" fmla="*/ 360 w 20880"/>
                <a:gd name="textAreaRight" fmla="*/ 21600 w 2088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552" h="314">
                  <a:moveTo>
                    <a:pt x="299" y="0"/>
                  </a:moveTo>
                  <a:cubicBezTo>
                    <a:pt x="266" y="0"/>
                    <a:pt x="234" y="6"/>
                    <a:pt x="202" y="18"/>
                  </a:cubicBezTo>
                  <a:cubicBezTo>
                    <a:pt x="84" y="66"/>
                    <a:pt x="5" y="189"/>
                    <a:pt x="1" y="313"/>
                  </a:cubicBezTo>
                  <a:cubicBezTo>
                    <a:pt x="41" y="205"/>
                    <a:pt x="110" y="106"/>
                    <a:pt x="219" y="61"/>
                  </a:cubicBezTo>
                  <a:cubicBezTo>
                    <a:pt x="252" y="49"/>
                    <a:pt x="285" y="44"/>
                    <a:pt x="319" y="44"/>
                  </a:cubicBezTo>
                  <a:cubicBezTo>
                    <a:pt x="397" y="44"/>
                    <a:pt x="477" y="72"/>
                    <a:pt x="552" y="100"/>
                  </a:cubicBezTo>
                  <a:cubicBezTo>
                    <a:pt x="483" y="43"/>
                    <a:pt x="391" y="0"/>
                    <a:pt x="29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396;p19"/>
            <p:cNvSpPr/>
            <p:nvPr/>
          </p:nvSpPr>
          <p:spPr>
            <a:xfrm flipH="1">
              <a:off x="489240" y="745920"/>
              <a:ext cx="12600" cy="28080"/>
            </a:xfrm>
            <a:custGeom>
              <a:avLst/>
              <a:gdLst>
                <a:gd name="textAreaLeft" fmla="*/ -360 w 12600"/>
                <a:gd name="textAreaRight" fmla="*/ 12600 w 1260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334" h="737">
                  <a:moveTo>
                    <a:pt x="333" y="1"/>
                  </a:moveTo>
                  <a:lnTo>
                    <a:pt x="333" y="1"/>
                  </a:lnTo>
                  <a:cubicBezTo>
                    <a:pt x="261" y="115"/>
                    <a:pt x="202" y="235"/>
                    <a:pt x="146" y="358"/>
                  </a:cubicBezTo>
                  <a:cubicBezTo>
                    <a:pt x="91" y="480"/>
                    <a:pt x="38" y="608"/>
                    <a:pt x="1" y="736"/>
                  </a:cubicBezTo>
                  <a:cubicBezTo>
                    <a:pt x="73" y="623"/>
                    <a:pt x="133" y="499"/>
                    <a:pt x="189" y="378"/>
                  </a:cubicBezTo>
                  <a:cubicBezTo>
                    <a:pt x="244" y="254"/>
                    <a:pt x="296" y="130"/>
                    <a:pt x="33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397;p19"/>
            <p:cNvSpPr/>
            <p:nvPr/>
          </p:nvSpPr>
          <p:spPr>
            <a:xfrm flipH="1">
              <a:off x="457560" y="705960"/>
              <a:ext cx="16920" cy="8640"/>
            </a:xfrm>
            <a:custGeom>
              <a:avLst/>
              <a:gdLst>
                <a:gd name="textAreaLeft" fmla="*/ -360 w 16920"/>
                <a:gd name="textAreaRight" fmla="*/ 16920 w 16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449" h="232">
                  <a:moveTo>
                    <a:pt x="247" y="0"/>
                  </a:moveTo>
                  <a:cubicBezTo>
                    <a:pt x="126" y="0"/>
                    <a:pt x="18" y="78"/>
                    <a:pt x="0" y="231"/>
                  </a:cubicBezTo>
                  <a:cubicBezTo>
                    <a:pt x="71" y="95"/>
                    <a:pt x="158" y="44"/>
                    <a:pt x="271" y="44"/>
                  </a:cubicBezTo>
                  <a:cubicBezTo>
                    <a:pt x="324" y="44"/>
                    <a:pt x="383" y="56"/>
                    <a:pt x="449" y="75"/>
                  </a:cubicBezTo>
                  <a:cubicBezTo>
                    <a:pt x="387" y="25"/>
                    <a:pt x="315" y="0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398;p19"/>
            <p:cNvSpPr/>
            <p:nvPr/>
          </p:nvSpPr>
          <p:spPr>
            <a:xfrm flipH="1">
              <a:off x="-711000" y="450000"/>
              <a:ext cx="68400" cy="83520"/>
            </a:xfrm>
            <a:custGeom>
              <a:avLst/>
              <a:gdLst>
                <a:gd name="textAreaLeft" fmla="*/ -360 w 68400"/>
                <a:gd name="textAreaRight" fmla="*/ 68400 w 684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1779" h="2174">
                  <a:moveTo>
                    <a:pt x="641" y="1"/>
                  </a:moveTo>
                  <a:cubicBezTo>
                    <a:pt x="463" y="1"/>
                    <a:pt x="304" y="129"/>
                    <a:pt x="271" y="309"/>
                  </a:cubicBezTo>
                  <a:lnTo>
                    <a:pt x="36" y="1597"/>
                  </a:lnTo>
                  <a:cubicBezTo>
                    <a:pt x="0" y="1800"/>
                    <a:pt x="135" y="1997"/>
                    <a:pt x="340" y="2035"/>
                  </a:cubicBezTo>
                  <a:lnTo>
                    <a:pt x="1071" y="2167"/>
                  </a:lnTo>
                  <a:cubicBezTo>
                    <a:pt x="1093" y="2171"/>
                    <a:pt x="1116" y="2173"/>
                    <a:pt x="1138" y="2173"/>
                  </a:cubicBezTo>
                  <a:cubicBezTo>
                    <a:pt x="1316" y="2173"/>
                    <a:pt x="1475" y="2045"/>
                    <a:pt x="1508" y="1865"/>
                  </a:cubicBezTo>
                  <a:lnTo>
                    <a:pt x="1741" y="577"/>
                  </a:lnTo>
                  <a:cubicBezTo>
                    <a:pt x="1779" y="374"/>
                    <a:pt x="1642" y="177"/>
                    <a:pt x="1439" y="139"/>
                  </a:cubicBezTo>
                  <a:lnTo>
                    <a:pt x="708" y="7"/>
                  </a:lnTo>
                  <a:cubicBezTo>
                    <a:pt x="686" y="3"/>
                    <a:pt x="663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399;p19"/>
            <p:cNvSpPr/>
            <p:nvPr/>
          </p:nvSpPr>
          <p:spPr>
            <a:xfrm flipH="1">
              <a:off x="-687600" y="479880"/>
              <a:ext cx="37440" cy="87120"/>
            </a:xfrm>
            <a:custGeom>
              <a:avLst/>
              <a:gdLst>
                <a:gd name="textAreaLeft" fmla="*/ -360 w 37440"/>
                <a:gd name="textAreaRight" fmla="*/ 37440 w 374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984" h="2270" fill="none">
                  <a:moveTo>
                    <a:pt x="193" y="2212"/>
                  </a:moveTo>
                  <a:lnTo>
                    <a:pt x="424" y="2249"/>
                  </a:lnTo>
                  <a:cubicBezTo>
                    <a:pt x="539" y="2270"/>
                    <a:pt x="648" y="2190"/>
                    <a:pt x="668" y="2075"/>
                  </a:cubicBezTo>
                  <a:lnTo>
                    <a:pt x="965" y="302"/>
                  </a:lnTo>
                  <a:cubicBezTo>
                    <a:pt x="983" y="187"/>
                    <a:pt x="906" y="78"/>
                    <a:pt x="791" y="58"/>
                  </a:cubicBezTo>
                  <a:lnTo>
                    <a:pt x="560" y="20"/>
                  </a:lnTo>
                  <a:cubicBezTo>
                    <a:pt x="445" y="0"/>
                    <a:pt x="336" y="79"/>
                    <a:pt x="316" y="194"/>
                  </a:cubicBezTo>
                  <a:lnTo>
                    <a:pt x="19" y="1967"/>
                  </a:lnTo>
                  <a:cubicBezTo>
                    <a:pt x="1" y="2082"/>
                    <a:pt x="78" y="2192"/>
                    <a:pt x="193" y="2212"/>
                  </a:cubicBezTo>
                  <a:close/>
                </a:path>
              </a:pathLst>
            </a:custGeom>
            <a:noFill/>
            <a:ln w="47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400;p19"/>
            <p:cNvSpPr/>
            <p:nvPr/>
          </p:nvSpPr>
          <p:spPr>
            <a:xfrm flipH="1">
              <a:off x="-689400" y="478800"/>
              <a:ext cx="37440" cy="87120"/>
            </a:xfrm>
            <a:custGeom>
              <a:avLst/>
              <a:gdLst>
                <a:gd name="textAreaLeft" fmla="*/ -360 w 37440"/>
                <a:gd name="textAreaRight" fmla="*/ 37440 w 374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984" h="2270" fill="none">
                  <a:moveTo>
                    <a:pt x="195" y="2210"/>
                  </a:moveTo>
                  <a:lnTo>
                    <a:pt x="423" y="2249"/>
                  </a:lnTo>
                  <a:cubicBezTo>
                    <a:pt x="539" y="2269"/>
                    <a:pt x="649" y="2190"/>
                    <a:pt x="668" y="2075"/>
                  </a:cubicBezTo>
                  <a:lnTo>
                    <a:pt x="965" y="302"/>
                  </a:lnTo>
                  <a:cubicBezTo>
                    <a:pt x="983" y="187"/>
                    <a:pt x="906" y="78"/>
                    <a:pt x="790" y="58"/>
                  </a:cubicBezTo>
                  <a:lnTo>
                    <a:pt x="560" y="19"/>
                  </a:lnTo>
                  <a:cubicBezTo>
                    <a:pt x="445" y="0"/>
                    <a:pt x="336" y="79"/>
                    <a:pt x="315" y="194"/>
                  </a:cubicBezTo>
                  <a:lnTo>
                    <a:pt x="19" y="1967"/>
                  </a:lnTo>
                  <a:cubicBezTo>
                    <a:pt x="0" y="2082"/>
                    <a:pt x="79" y="2192"/>
                    <a:pt x="195" y="2210"/>
                  </a:cubicBezTo>
                  <a:close/>
                </a:path>
              </a:pathLst>
            </a:custGeom>
            <a:noFill/>
            <a:ln w="4725">
              <a:solidFill>
                <a:srgbClr val="FFD6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401;p19"/>
            <p:cNvSpPr/>
            <p:nvPr/>
          </p:nvSpPr>
          <p:spPr>
            <a:xfrm flipH="1">
              <a:off x="-677880" y="478800"/>
              <a:ext cx="15840" cy="11160"/>
            </a:xfrm>
            <a:custGeom>
              <a:avLst/>
              <a:gdLst>
                <a:gd name="textAreaLeft" fmla="*/ -360 w 15840"/>
                <a:gd name="textAreaRight" fmla="*/ 15840 w 15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422" h="299">
                  <a:moveTo>
                    <a:pt x="285" y="1"/>
                  </a:moveTo>
                  <a:cubicBezTo>
                    <a:pt x="130" y="1"/>
                    <a:pt x="0" y="113"/>
                    <a:pt x="28" y="299"/>
                  </a:cubicBezTo>
                  <a:cubicBezTo>
                    <a:pt x="40" y="253"/>
                    <a:pt x="54" y="210"/>
                    <a:pt x="74" y="171"/>
                  </a:cubicBezTo>
                  <a:cubicBezTo>
                    <a:pt x="137" y="53"/>
                    <a:pt x="274" y="30"/>
                    <a:pt x="398" y="30"/>
                  </a:cubicBezTo>
                  <a:cubicBezTo>
                    <a:pt x="406" y="30"/>
                    <a:pt x="413" y="30"/>
                    <a:pt x="421" y="30"/>
                  </a:cubicBezTo>
                  <a:cubicBezTo>
                    <a:pt x="376" y="10"/>
                    <a:pt x="329" y="1"/>
                    <a:pt x="28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402;p19"/>
            <p:cNvSpPr/>
            <p:nvPr/>
          </p:nvSpPr>
          <p:spPr>
            <a:xfrm flipH="1">
              <a:off x="-657720" y="524160"/>
              <a:ext cx="4680" cy="30600"/>
            </a:xfrm>
            <a:custGeom>
              <a:avLst/>
              <a:gdLst>
                <a:gd name="textAreaLeft" fmla="*/ 360 w 4680"/>
                <a:gd name="textAreaRight" fmla="*/ 5400 w 468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31" h="799">
                  <a:moveTo>
                    <a:pt x="131" y="1"/>
                  </a:moveTo>
                  <a:cubicBezTo>
                    <a:pt x="91" y="130"/>
                    <a:pt x="65" y="263"/>
                    <a:pt x="42" y="395"/>
                  </a:cubicBezTo>
                  <a:cubicBezTo>
                    <a:pt x="22" y="528"/>
                    <a:pt x="3" y="664"/>
                    <a:pt x="0" y="798"/>
                  </a:cubicBezTo>
                  <a:cubicBezTo>
                    <a:pt x="40" y="670"/>
                    <a:pt x="66" y="535"/>
                    <a:pt x="89" y="404"/>
                  </a:cubicBezTo>
                  <a:cubicBezTo>
                    <a:pt x="109" y="270"/>
                    <a:pt x="128" y="136"/>
                    <a:pt x="13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403;p19"/>
            <p:cNvSpPr/>
            <p:nvPr/>
          </p:nvSpPr>
          <p:spPr>
            <a:xfrm flipH="1">
              <a:off x="-674640" y="453960"/>
              <a:ext cx="19080" cy="14760"/>
            </a:xfrm>
            <a:custGeom>
              <a:avLst/>
              <a:gdLst>
                <a:gd name="textAreaLeft" fmla="*/ 360 w 19080"/>
                <a:gd name="textAreaRight" fmla="*/ 19800 w 1908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506" h="392">
                  <a:moveTo>
                    <a:pt x="323" y="0"/>
                  </a:moveTo>
                  <a:cubicBezTo>
                    <a:pt x="260" y="0"/>
                    <a:pt x="198" y="16"/>
                    <a:pt x="146" y="54"/>
                  </a:cubicBezTo>
                  <a:cubicBezTo>
                    <a:pt x="45" y="130"/>
                    <a:pt x="0" y="269"/>
                    <a:pt x="28" y="392"/>
                  </a:cubicBezTo>
                  <a:cubicBezTo>
                    <a:pt x="39" y="275"/>
                    <a:pt x="81" y="163"/>
                    <a:pt x="174" y="91"/>
                  </a:cubicBezTo>
                  <a:cubicBezTo>
                    <a:pt x="236" y="47"/>
                    <a:pt x="311" y="35"/>
                    <a:pt x="386" y="35"/>
                  </a:cubicBezTo>
                  <a:cubicBezTo>
                    <a:pt x="426" y="35"/>
                    <a:pt x="466" y="38"/>
                    <a:pt x="505" y="42"/>
                  </a:cubicBezTo>
                  <a:cubicBezTo>
                    <a:pt x="450" y="16"/>
                    <a:pt x="386" y="0"/>
                    <a:pt x="3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404;p19"/>
            <p:cNvSpPr/>
            <p:nvPr/>
          </p:nvSpPr>
          <p:spPr>
            <a:xfrm flipH="1">
              <a:off x="-135360" y="212040"/>
              <a:ext cx="118800" cy="148320"/>
            </a:xfrm>
            <a:custGeom>
              <a:avLst/>
              <a:gdLst>
                <a:gd name="textAreaLeft" fmla="*/ -360 w 118800"/>
                <a:gd name="textAreaRight" fmla="*/ 118800 w 11880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93" h="3854">
                  <a:moveTo>
                    <a:pt x="2111" y="1"/>
                  </a:moveTo>
                  <a:cubicBezTo>
                    <a:pt x="1390" y="1"/>
                    <a:pt x="430" y="1459"/>
                    <a:pt x="223" y="2112"/>
                  </a:cubicBezTo>
                  <a:cubicBezTo>
                    <a:pt x="0" y="2811"/>
                    <a:pt x="413" y="3561"/>
                    <a:pt x="1144" y="3788"/>
                  </a:cubicBezTo>
                  <a:cubicBezTo>
                    <a:pt x="1287" y="3833"/>
                    <a:pt x="1432" y="3854"/>
                    <a:pt x="1573" y="3854"/>
                  </a:cubicBezTo>
                  <a:cubicBezTo>
                    <a:pt x="2156" y="3854"/>
                    <a:pt x="2691" y="3496"/>
                    <a:pt x="2870" y="2935"/>
                  </a:cubicBezTo>
                  <a:cubicBezTo>
                    <a:pt x="3093" y="2235"/>
                    <a:pt x="2988" y="250"/>
                    <a:pt x="2256" y="22"/>
                  </a:cubicBezTo>
                  <a:cubicBezTo>
                    <a:pt x="2209" y="8"/>
                    <a:pt x="2161" y="1"/>
                    <a:pt x="211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405;p19"/>
            <p:cNvSpPr/>
            <p:nvPr/>
          </p:nvSpPr>
          <p:spPr>
            <a:xfrm flipH="1">
              <a:off x="-99360" y="168120"/>
              <a:ext cx="165960" cy="103320"/>
            </a:xfrm>
            <a:custGeom>
              <a:avLst/>
              <a:gdLst>
                <a:gd name="textAreaLeft" fmla="*/ 360 w 165960"/>
                <a:gd name="textAreaRight" fmla="*/ 166680 w 16596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314" h="2690">
                  <a:moveTo>
                    <a:pt x="1942" y="0"/>
                  </a:moveTo>
                  <a:cubicBezTo>
                    <a:pt x="1652" y="0"/>
                    <a:pt x="1392" y="21"/>
                    <a:pt x="1209" y="59"/>
                  </a:cubicBezTo>
                  <a:cubicBezTo>
                    <a:pt x="464" y="211"/>
                    <a:pt x="0" y="918"/>
                    <a:pt x="174" y="1636"/>
                  </a:cubicBezTo>
                  <a:cubicBezTo>
                    <a:pt x="325" y="2261"/>
                    <a:pt x="907" y="2690"/>
                    <a:pt x="1546" y="2690"/>
                  </a:cubicBezTo>
                  <a:cubicBezTo>
                    <a:pt x="1641" y="2690"/>
                    <a:pt x="1737" y="2680"/>
                    <a:pt x="1834" y="2661"/>
                  </a:cubicBezTo>
                  <a:cubicBezTo>
                    <a:pt x="2579" y="2508"/>
                    <a:pt x="4313" y="1461"/>
                    <a:pt x="4140" y="742"/>
                  </a:cubicBezTo>
                  <a:cubicBezTo>
                    <a:pt x="4010" y="200"/>
                    <a:pt x="2832" y="0"/>
                    <a:pt x="194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406;p19"/>
            <p:cNvSpPr/>
            <p:nvPr/>
          </p:nvSpPr>
          <p:spPr>
            <a:xfrm flipH="1">
              <a:off x="-122040" y="55800"/>
              <a:ext cx="154080" cy="128880"/>
            </a:xfrm>
            <a:custGeom>
              <a:avLst/>
              <a:gdLst>
                <a:gd name="textAreaLeft" fmla="*/ -360 w 154080"/>
                <a:gd name="textAreaRight" fmla="*/ 154080 w 154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4001" h="3351">
                  <a:moveTo>
                    <a:pt x="1506" y="0"/>
                  </a:moveTo>
                  <a:cubicBezTo>
                    <a:pt x="1176" y="0"/>
                    <a:pt x="848" y="113"/>
                    <a:pt x="588" y="341"/>
                  </a:cubicBezTo>
                  <a:cubicBezTo>
                    <a:pt x="31" y="833"/>
                    <a:pt x="1" y="1674"/>
                    <a:pt x="523" y="2220"/>
                  </a:cubicBezTo>
                  <a:cubicBezTo>
                    <a:pt x="942" y="2659"/>
                    <a:pt x="2212" y="3350"/>
                    <a:pt x="2985" y="3350"/>
                  </a:cubicBezTo>
                  <a:cubicBezTo>
                    <a:pt x="3174" y="3350"/>
                    <a:pt x="3333" y="3309"/>
                    <a:pt x="3443" y="3212"/>
                  </a:cubicBezTo>
                  <a:cubicBezTo>
                    <a:pt x="4000" y="2721"/>
                    <a:pt x="3066" y="986"/>
                    <a:pt x="2544" y="440"/>
                  </a:cubicBezTo>
                  <a:cubicBezTo>
                    <a:pt x="2264" y="149"/>
                    <a:pt x="1884" y="0"/>
                    <a:pt x="15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1407;p19"/>
            <p:cNvSpPr/>
            <p:nvPr/>
          </p:nvSpPr>
          <p:spPr>
            <a:xfrm flipH="1">
              <a:off x="-207720" y="30600"/>
              <a:ext cx="118800" cy="148320"/>
            </a:xfrm>
            <a:custGeom>
              <a:avLst/>
              <a:gdLst>
                <a:gd name="textAreaLeft" fmla="*/ -360 w 118800"/>
                <a:gd name="textAreaRight" fmla="*/ 118800 w 11880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92" h="3853">
                  <a:moveTo>
                    <a:pt x="1519" y="1"/>
                  </a:moveTo>
                  <a:cubicBezTo>
                    <a:pt x="936" y="1"/>
                    <a:pt x="402" y="358"/>
                    <a:pt x="224" y="920"/>
                  </a:cubicBezTo>
                  <a:cubicBezTo>
                    <a:pt x="1" y="1618"/>
                    <a:pt x="106" y="3604"/>
                    <a:pt x="837" y="3831"/>
                  </a:cubicBezTo>
                  <a:cubicBezTo>
                    <a:pt x="884" y="3846"/>
                    <a:pt x="933" y="3853"/>
                    <a:pt x="983" y="3853"/>
                  </a:cubicBezTo>
                  <a:cubicBezTo>
                    <a:pt x="1704" y="3853"/>
                    <a:pt x="2661" y="2396"/>
                    <a:pt x="2870" y="1742"/>
                  </a:cubicBezTo>
                  <a:cubicBezTo>
                    <a:pt x="3092" y="1044"/>
                    <a:pt x="2680" y="292"/>
                    <a:pt x="1949" y="67"/>
                  </a:cubicBezTo>
                  <a:cubicBezTo>
                    <a:pt x="1806" y="22"/>
                    <a:pt x="1661" y="1"/>
                    <a:pt x="15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1408;p19"/>
            <p:cNvSpPr/>
            <p:nvPr/>
          </p:nvSpPr>
          <p:spPr>
            <a:xfrm flipH="1">
              <a:off x="-292320" y="119520"/>
              <a:ext cx="165960" cy="103320"/>
            </a:xfrm>
            <a:custGeom>
              <a:avLst/>
              <a:gdLst>
                <a:gd name="textAreaLeft" fmla="*/ 360 w 165960"/>
                <a:gd name="textAreaRight" fmla="*/ 166680 w 16596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314" h="2691">
                  <a:moveTo>
                    <a:pt x="2769" y="1"/>
                  </a:moveTo>
                  <a:cubicBezTo>
                    <a:pt x="2673" y="1"/>
                    <a:pt x="2577" y="10"/>
                    <a:pt x="2480" y="30"/>
                  </a:cubicBezTo>
                  <a:cubicBezTo>
                    <a:pt x="1736" y="183"/>
                    <a:pt x="1" y="1230"/>
                    <a:pt x="175" y="1948"/>
                  </a:cubicBezTo>
                  <a:cubicBezTo>
                    <a:pt x="305" y="2490"/>
                    <a:pt x="1485" y="2690"/>
                    <a:pt x="2375" y="2690"/>
                  </a:cubicBezTo>
                  <a:cubicBezTo>
                    <a:pt x="2665" y="2690"/>
                    <a:pt x="2924" y="2669"/>
                    <a:pt x="3106" y="2632"/>
                  </a:cubicBezTo>
                  <a:cubicBezTo>
                    <a:pt x="3850" y="2479"/>
                    <a:pt x="4313" y="1773"/>
                    <a:pt x="4141" y="1055"/>
                  </a:cubicBezTo>
                  <a:cubicBezTo>
                    <a:pt x="3990" y="428"/>
                    <a:pt x="3408" y="1"/>
                    <a:pt x="27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409;p19"/>
            <p:cNvSpPr/>
            <p:nvPr/>
          </p:nvSpPr>
          <p:spPr>
            <a:xfrm flipH="1">
              <a:off x="-255960" y="206640"/>
              <a:ext cx="154080" cy="128880"/>
            </a:xfrm>
            <a:custGeom>
              <a:avLst/>
              <a:gdLst>
                <a:gd name="textAreaLeft" fmla="*/ -360 w 154080"/>
                <a:gd name="textAreaRight" fmla="*/ 154080 w 154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4002" h="3352">
                  <a:moveTo>
                    <a:pt x="1016" y="1"/>
                  </a:moveTo>
                  <a:cubicBezTo>
                    <a:pt x="827" y="1"/>
                    <a:pt x="669" y="42"/>
                    <a:pt x="559" y="138"/>
                  </a:cubicBezTo>
                  <a:cubicBezTo>
                    <a:pt x="1" y="630"/>
                    <a:pt x="936" y="2364"/>
                    <a:pt x="1458" y="2911"/>
                  </a:cubicBezTo>
                  <a:cubicBezTo>
                    <a:pt x="1737" y="3203"/>
                    <a:pt x="2116" y="3351"/>
                    <a:pt x="2495" y="3351"/>
                  </a:cubicBezTo>
                  <a:cubicBezTo>
                    <a:pt x="2825" y="3351"/>
                    <a:pt x="3153" y="3238"/>
                    <a:pt x="3413" y="3009"/>
                  </a:cubicBezTo>
                  <a:cubicBezTo>
                    <a:pt x="3971" y="2518"/>
                    <a:pt x="4001" y="1677"/>
                    <a:pt x="3479" y="1131"/>
                  </a:cubicBezTo>
                  <a:cubicBezTo>
                    <a:pt x="3059" y="693"/>
                    <a:pt x="1788" y="1"/>
                    <a:pt x="10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410;p19"/>
            <p:cNvSpPr/>
            <p:nvPr/>
          </p:nvSpPr>
          <p:spPr>
            <a:xfrm flipH="1">
              <a:off x="421920" y="562680"/>
              <a:ext cx="27360" cy="105480"/>
            </a:xfrm>
            <a:custGeom>
              <a:avLst/>
              <a:gdLst>
                <a:gd name="textAreaLeft" fmla="*/ 360 w 27360"/>
                <a:gd name="textAreaRight" fmla="*/ 28080 w 2736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719" h="2741">
                  <a:moveTo>
                    <a:pt x="712" y="0"/>
                  </a:moveTo>
                  <a:cubicBezTo>
                    <a:pt x="476" y="415"/>
                    <a:pt x="327" y="872"/>
                    <a:pt x="203" y="1330"/>
                  </a:cubicBezTo>
                  <a:cubicBezTo>
                    <a:pt x="101" y="1732"/>
                    <a:pt x="23" y="2142"/>
                    <a:pt x="3" y="2558"/>
                  </a:cubicBezTo>
                  <a:cubicBezTo>
                    <a:pt x="1" y="2618"/>
                    <a:pt x="0" y="2678"/>
                    <a:pt x="1" y="2740"/>
                  </a:cubicBezTo>
                  <a:cubicBezTo>
                    <a:pt x="35" y="2687"/>
                    <a:pt x="62" y="2634"/>
                    <a:pt x="89" y="2579"/>
                  </a:cubicBezTo>
                  <a:cubicBezTo>
                    <a:pt x="275" y="2208"/>
                    <a:pt x="406" y="1811"/>
                    <a:pt x="511" y="1411"/>
                  </a:cubicBezTo>
                  <a:cubicBezTo>
                    <a:pt x="626" y="950"/>
                    <a:pt x="718" y="478"/>
                    <a:pt x="71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411;p19"/>
            <p:cNvSpPr/>
            <p:nvPr/>
          </p:nvSpPr>
          <p:spPr>
            <a:xfrm flipH="1">
              <a:off x="456840" y="815760"/>
              <a:ext cx="42120" cy="236160"/>
            </a:xfrm>
            <a:custGeom>
              <a:avLst/>
              <a:gdLst>
                <a:gd name="textAreaLeft" fmla="*/ -360 w 42120"/>
                <a:gd name="textAreaRight" fmla="*/ 42120 w 4212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1097" h="6128">
                  <a:moveTo>
                    <a:pt x="1023" y="0"/>
                  </a:moveTo>
                  <a:lnTo>
                    <a:pt x="1023" y="0"/>
                  </a:lnTo>
                  <a:cubicBezTo>
                    <a:pt x="643" y="1188"/>
                    <a:pt x="379" y="2412"/>
                    <a:pt x="144" y="3635"/>
                  </a:cubicBezTo>
                  <a:cubicBezTo>
                    <a:pt x="108" y="3844"/>
                    <a:pt x="61" y="4053"/>
                    <a:pt x="32" y="4260"/>
                  </a:cubicBezTo>
                  <a:cubicBezTo>
                    <a:pt x="4" y="4477"/>
                    <a:pt x="0" y="4697"/>
                    <a:pt x="27" y="4915"/>
                  </a:cubicBezTo>
                  <a:cubicBezTo>
                    <a:pt x="78" y="5355"/>
                    <a:pt x="285" y="5793"/>
                    <a:pt x="694" y="6001"/>
                  </a:cubicBezTo>
                  <a:cubicBezTo>
                    <a:pt x="822" y="6067"/>
                    <a:pt x="959" y="6108"/>
                    <a:pt x="1097" y="6128"/>
                  </a:cubicBezTo>
                  <a:cubicBezTo>
                    <a:pt x="846" y="6026"/>
                    <a:pt x="619" y="5864"/>
                    <a:pt x="479" y="5634"/>
                  </a:cubicBezTo>
                  <a:cubicBezTo>
                    <a:pt x="341" y="5414"/>
                    <a:pt x="287" y="5151"/>
                    <a:pt x="276" y="4893"/>
                  </a:cubicBezTo>
                  <a:cubicBezTo>
                    <a:pt x="268" y="4633"/>
                    <a:pt x="299" y="4366"/>
                    <a:pt x="363" y="4113"/>
                  </a:cubicBezTo>
                  <a:cubicBezTo>
                    <a:pt x="392" y="3997"/>
                    <a:pt x="425" y="3824"/>
                    <a:pt x="451" y="3706"/>
                  </a:cubicBezTo>
                  <a:cubicBezTo>
                    <a:pt x="698" y="2483"/>
                    <a:pt x="920" y="1245"/>
                    <a:pt x="10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412;p19"/>
            <p:cNvSpPr/>
            <p:nvPr/>
          </p:nvSpPr>
          <p:spPr>
            <a:xfrm flipH="1">
              <a:off x="-374400" y="1168200"/>
              <a:ext cx="314640" cy="34560"/>
            </a:xfrm>
            <a:custGeom>
              <a:avLst/>
              <a:gdLst>
                <a:gd name="textAreaLeft" fmla="*/ -360 w 314640"/>
                <a:gd name="textAreaRight" fmla="*/ 314640 w 31464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8168" h="906">
                  <a:moveTo>
                    <a:pt x="8167" y="0"/>
                  </a:moveTo>
                  <a:lnTo>
                    <a:pt x="8167" y="0"/>
                  </a:lnTo>
                  <a:cubicBezTo>
                    <a:pt x="8070" y="146"/>
                    <a:pt x="7929" y="251"/>
                    <a:pt x="7776" y="333"/>
                  </a:cubicBezTo>
                  <a:cubicBezTo>
                    <a:pt x="7317" y="568"/>
                    <a:pt x="6794" y="643"/>
                    <a:pt x="6279" y="643"/>
                  </a:cubicBezTo>
                  <a:cubicBezTo>
                    <a:pt x="6195" y="643"/>
                    <a:pt x="6112" y="641"/>
                    <a:pt x="6029" y="638"/>
                  </a:cubicBezTo>
                  <a:cubicBezTo>
                    <a:pt x="5861" y="632"/>
                    <a:pt x="5685" y="610"/>
                    <a:pt x="5518" y="589"/>
                  </a:cubicBezTo>
                  <a:cubicBezTo>
                    <a:pt x="5265" y="556"/>
                    <a:pt x="4984" y="524"/>
                    <a:pt x="4732" y="495"/>
                  </a:cubicBezTo>
                  <a:cubicBezTo>
                    <a:pt x="3163" y="328"/>
                    <a:pt x="1582" y="202"/>
                    <a:pt x="1" y="202"/>
                  </a:cubicBezTo>
                  <a:cubicBezTo>
                    <a:pt x="1728" y="513"/>
                    <a:pt x="3479" y="694"/>
                    <a:pt x="5225" y="856"/>
                  </a:cubicBezTo>
                  <a:cubicBezTo>
                    <a:pt x="5466" y="877"/>
                    <a:pt x="5730" y="906"/>
                    <a:pt x="5976" y="906"/>
                  </a:cubicBezTo>
                  <a:cubicBezTo>
                    <a:pt x="5992" y="906"/>
                    <a:pt x="6009" y="906"/>
                    <a:pt x="6025" y="905"/>
                  </a:cubicBezTo>
                  <a:cubicBezTo>
                    <a:pt x="6649" y="894"/>
                    <a:pt x="7305" y="776"/>
                    <a:pt x="7824" y="406"/>
                  </a:cubicBezTo>
                  <a:cubicBezTo>
                    <a:pt x="7966" y="300"/>
                    <a:pt x="8100" y="167"/>
                    <a:pt x="816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413;p19"/>
            <p:cNvSpPr/>
            <p:nvPr/>
          </p:nvSpPr>
          <p:spPr>
            <a:xfrm flipH="1">
              <a:off x="-355320" y="801720"/>
              <a:ext cx="222480" cy="29160"/>
            </a:xfrm>
            <a:custGeom>
              <a:avLst/>
              <a:gdLst>
                <a:gd name="textAreaLeft" fmla="*/ -360 w 222480"/>
                <a:gd name="textAreaRight" fmla="*/ 222480 w 2224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5780" h="764">
                  <a:moveTo>
                    <a:pt x="0" y="1"/>
                  </a:moveTo>
                  <a:lnTo>
                    <a:pt x="0" y="1"/>
                  </a:lnTo>
                  <a:cubicBezTo>
                    <a:pt x="941" y="252"/>
                    <a:pt x="1905" y="408"/>
                    <a:pt x="2868" y="540"/>
                  </a:cubicBezTo>
                  <a:cubicBezTo>
                    <a:pt x="3834" y="662"/>
                    <a:pt x="4805" y="763"/>
                    <a:pt x="5779" y="763"/>
                  </a:cubicBezTo>
                  <a:cubicBezTo>
                    <a:pt x="4838" y="510"/>
                    <a:pt x="3874" y="355"/>
                    <a:pt x="2911" y="224"/>
                  </a:cubicBezTo>
                  <a:cubicBezTo>
                    <a:pt x="1946" y="101"/>
                    <a:pt x="974" y="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414;p19"/>
            <p:cNvSpPr/>
            <p:nvPr/>
          </p:nvSpPr>
          <p:spPr>
            <a:xfrm flipH="1">
              <a:off x="61920" y="116640"/>
              <a:ext cx="141120" cy="313200"/>
            </a:xfrm>
            <a:custGeom>
              <a:avLst/>
              <a:gdLst>
                <a:gd name="textAreaLeft" fmla="*/ 360 w 141120"/>
                <a:gd name="textAreaRight" fmla="*/ 141840 w 141120"/>
                <a:gd name="textAreaTop" fmla="*/ 0 h 313200"/>
                <a:gd name="textAreaBottom" fmla="*/ 313560 h 313200"/>
              </a:gdLst>
              <a:ahLst/>
              <a:cxnLst/>
              <a:rect l="textAreaLeft" t="textAreaTop" r="textAreaRight" b="textAreaBottom"/>
              <a:pathLst>
                <a:path w="3663" h="8128">
                  <a:moveTo>
                    <a:pt x="697" y="0"/>
                  </a:moveTo>
                  <a:lnTo>
                    <a:pt x="697" y="0"/>
                  </a:lnTo>
                  <a:cubicBezTo>
                    <a:pt x="0" y="1818"/>
                    <a:pt x="183" y="4009"/>
                    <a:pt x="1173" y="5687"/>
                  </a:cubicBezTo>
                  <a:cubicBezTo>
                    <a:pt x="1570" y="6366"/>
                    <a:pt x="2095" y="6968"/>
                    <a:pt x="2703" y="7466"/>
                  </a:cubicBezTo>
                  <a:cubicBezTo>
                    <a:pt x="2888" y="7618"/>
                    <a:pt x="3091" y="7768"/>
                    <a:pt x="3291" y="7899"/>
                  </a:cubicBezTo>
                  <a:cubicBezTo>
                    <a:pt x="3408" y="7977"/>
                    <a:pt x="3543" y="8059"/>
                    <a:pt x="3663" y="8128"/>
                  </a:cubicBezTo>
                  <a:cubicBezTo>
                    <a:pt x="3589" y="8064"/>
                    <a:pt x="3514" y="8004"/>
                    <a:pt x="3442" y="7939"/>
                  </a:cubicBezTo>
                  <a:cubicBezTo>
                    <a:pt x="3262" y="7785"/>
                    <a:pt x="3080" y="7617"/>
                    <a:pt x="2910" y="7451"/>
                  </a:cubicBezTo>
                  <a:cubicBezTo>
                    <a:pt x="2350" y="6903"/>
                    <a:pt x="1854" y="6284"/>
                    <a:pt x="1469" y="5601"/>
                  </a:cubicBezTo>
                  <a:cubicBezTo>
                    <a:pt x="520" y="3917"/>
                    <a:pt x="312" y="1882"/>
                    <a:pt x="69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1415;p19"/>
            <p:cNvSpPr/>
            <p:nvPr/>
          </p:nvSpPr>
          <p:spPr>
            <a:xfrm flipH="1">
              <a:off x="449280" y="-358200"/>
              <a:ext cx="131040" cy="132480"/>
            </a:xfrm>
            <a:custGeom>
              <a:avLst/>
              <a:gdLst>
                <a:gd name="textAreaLeft" fmla="*/ 360 w 131040"/>
                <a:gd name="textAreaRight" fmla="*/ 131760 w 13104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3406" h="3441">
                  <a:moveTo>
                    <a:pt x="1976" y="0"/>
                  </a:moveTo>
                  <a:cubicBezTo>
                    <a:pt x="1556" y="0"/>
                    <a:pt x="1146" y="215"/>
                    <a:pt x="919" y="601"/>
                  </a:cubicBezTo>
                  <a:lnTo>
                    <a:pt x="343" y="1572"/>
                  </a:lnTo>
                  <a:cubicBezTo>
                    <a:pt x="1" y="2152"/>
                    <a:pt x="193" y="2907"/>
                    <a:pt x="773" y="3250"/>
                  </a:cubicBezTo>
                  <a:lnTo>
                    <a:pt x="809" y="3271"/>
                  </a:lnTo>
                  <a:cubicBezTo>
                    <a:pt x="1004" y="3386"/>
                    <a:pt x="1217" y="3441"/>
                    <a:pt x="1428" y="3441"/>
                  </a:cubicBezTo>
                  <a:cubicBezTo>
                    <a:pt x="1848" y="3441"/>
                    <a:pt x="2258" y="3225"/>
                    <a:pt x="2487" y="2840"/>
                  </a:cubicBezTo>
                  <a:lnTo>
                    <a:pt x="3061" y="1868"/>
                  </a:lnTo>
                  <a:cubicBezTo>
                    <a:pt x="3405" y="1288"/>
                    <a:pt x="3211" y="533"/>
                    <a:pt x="2631" y="190"/>
                  </a:cubicBezTo>
                  <a:lnTo>
                    <a:pt x="2597" y="170"/>
                  </a:lnTo>
                  <a:cubicBezTo>
                    <a:pt x="2402" y="55"/>
                    <a:pt x="2188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240" bIns="66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1416;p19"/>
            <p:cNvSpPr/>
            <p:nvPr/>
          </p:nvSpPr>
          <p:spPr>
            <a:xfrm flipH="1">
              <a:off x="456840" y="-365760"/>
              <a:ext cx="131040" cy="132480"/>
            </a:xfrm>
            <a:custGeom>
              <a:avLst/>
              <a:gdLst>
                <a:gd name="textAreaLeft" fmla="*/ 360 w 131040"/>
                <a:gd name="textAreaRight" fmla="*/ 131760 w 13104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3406" h="3442">
                  <a:moveTo>
                    <a:pt x="1976" y="0"/>
                  </a:moveTo>
                  <a:cubicBezTo>
                    <a:pt x="1557" y="0"/>
                    <a:pt x="1147" y="215"/>
                    <a:pt x="919" y="600"/>
                  </a:cubicBezTo>
                  <a:lnTo>
                    <a:pt x="343" y="1573"/>
                  </a:lnTo>
                  <a:cubicBezTo>
                    <a:pt x="1" y="2153"/>
                    <a:pt x="195" y="2907"/>
                    <a:pt x="775" y="3251"/>
                  </a:cubicBezTo>
                  <a:lnTo>
                    <a:pt x="810" y="3271"/>
                  </a:lnTo>
                  <a:cubicBezTo>
                    <a:pt x="1004" y="3386"/>
                    <a:pt x="1218" y="3441"/>
                    <a:pt x="1430" y="3441"/>
                  </a:cubicBezTo>
                  <a:cubicBezTo>
                    <a:pt x="1850" y="3441"/>
                    <a:pt x="2260" y="3226"/>
                    <a:pt x="2488" y="2841"/>
                  </a:cubicBezTo>
                  <a:lnTo>
                    <a:pt x="3062" y="1868"/>
                  </a:lnTo>
                  <a:cubicBezTo>
                    <a:pt x="3406" y="1289"/>
                    <a:pt x="3211" y="534"/>
                    <a:pt x="2631" y="191"/>
                  </a:cubicBezTo>
                  <a:lnTo>
                    <a:pt x="2597" y="170"/>
                  </a:lnTo>
                  <a:cubicBezTo>
                    <a:pt x="2402" y="55"/>
                    <a:pt x="2188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240" bIns="66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1417;p19"/>
            <p:cNvSpPr/>
            <p:nvPr/>
          </p:nvSpPr>
          <p:spPr>
            <a:xfrm flipH="1">
              <a:off x="488520" y="-270720"/>
              <a:ext cx="474120" cy="811080"/>
            </a:xfrm>
            <a:custGeom>
              <a:avLst/>
              <a:gdLst>
                <a:gd name="textAreaLeft" fmla="*/ -360 w 474120"/>
                <a:gd name="textAreaRight" fmla="*/ 474120 w 474120"/>
                <a:gd name="textAreaTop" fmla="*/ 0 h 811080"/>
                <a:gd name="textAreaBottom" fmla="*/ 811440 h 811080"/>
              </a:gdLst>
              <a:ahLst/>
              <a:cxnLst/>
              <a:rect l="textAreaLeft" t="textAreaTop" r="textAreaRight" b="textAreaBottom"/>
              <a:pathLst>
                <a:path w="12299" h="21037">
                  <a:moveTo>
                    <a:pt x="10127" y="1"/>
                  </a:moveTo>
                  <a:lnTo>
                    <a:pt x="511" y="18076"/>
                  </a:lnTo>
                  <a:lnTo>
                    <a:pt x="490" y="18537"/>
                  </a:lnTo>
                  <a:lnTo>
                    <a:pt x="1153" y="18325"/>
                  </a:lnTo>
                  <a:lnTo>
                    <a:pt x="1215" y="18823"/>
                  </a:lnTo>
                  <a:lnTo>
                    <a:pt x="1858" y="18639"/>
                  </a:lnTo>
                  <a:lnTo>
                    <a:pt x="1858" y="18639"/>
                  </a:lnTo>
                  <a:lnTo>
                    <a:pt x="0" y="21036"/>
                  </a:lnTo>
                  <a:lnTo>
                    <a:pt x="0" y="21036"/>
                  </a:lnTo>
                  <a:lnTo>
                    <a:pt x="2576" y="18912"/>
                  </a:lnTo>
                  <a:lnTo>
                    <a:pt x="12298" y="871"/>
                  </a:lnTo>
                  <a:lnTo>
                    <a:pt x="11582" y="393"/>
                  </a:lnTo>
                  <a:lnTo>
                    <a:pt x="10364" y="713"/>
                  </a:lnTo>
                  <a:lnTo>
                    <a:pt x="1012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418;p19"/>
            <p:cNvSpPr/>
            <p:nvPr/>
          </p:nvSpPr>
          <p:spPr>
            <a:xfrm flipH="1">
              <a:off x="876240" y="386280"/>
              <a:ext cx="97560" cy="152280"/>
            </a:xfrm>
            <a:custGeom>
              <a:avLst/>
              <a:gdLst>
                <a:gd name="textAreaLeft" fmla="*/ -360 w 97560"/>
                <a:gd name="textAreaRight" fmla="*/ 97560 w 97560"/>
                <a:gd name="textAreaTop" fmla="*/ 0 h 152280"/>
                <a:gd name="textAreaBottom" fmla="*/ 152640 h 152280"/>
              </a:gdLst>
              <a:ahLst/>
              <a:cxnLst/>
              <a:rect l="textAreaLeft" t="textAreaTop" r="textAreaRight" b="textAreaBottom"/>
              <a:pathLst>
                <a:path w="2542" h="3955">
                  <a:moveTo>
                    <a:pt x="1556" y="0"/>
                  </a:moveTo>
                  <a:lnTo>
                    <a:pt x="476" y="841"/>
                  </a:lnTo>
                  <a:lnTo>
                    <a:pt x="163" y="2763"/>
                  </a:lnTo>
                  <a:lnTo>
                    <a:pt x="0" y="3765"/>
                  </a:lnTo>
                  <a:lnTo>
                    <a:pt x="407" y="3955"/>
                  </a:lnTo>
                  <a:lnTo>
                    <a:pt x="1052" y="3267"/>
                  </a:lnTo>
                  <a:lnTo>
                    <a:pt x="2541" y="1678"/>
                  </a:lnTo>
                  <a:cubicBezTo>
                    <a:pt x="2541" y="1678"/>
                    <a:pt x="2429" y="645"/>
                    <a:pt x="2448" y="586"/>
                  </a:cubicBezTo>
                  <a:cubicBezTo>
                    <a:pt x="2467" y="529"/>
                    <a:pt x="1556" y="0"/>
                    <a:pt x="155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419;p19"/>
            <p:cNvSpPr/>
            <p:nvPr/>
          </p:nvSpPr>
          <p:spPr>
            <a:xfrm flipH="1">
              <a:off x="502200" y="-278640"/>
              <a:ext cx="453960" cy="740520"/>
            </a:xfrm>
            <a:custGeom>
              <a:avLst/>
              <a:gdLst>
                <a:gd name="textAreaLeft" fmla="*/ -360 w 453960"/>
                <a:gd name="textAreaRight" fmla="*/ 453960 w 453960"/>
                <a:gd name="textAreaTop" fmla="*/ 0 h 740520"/>
                <a:gd name="textAreaBottom" fmla="*/ 740880 h 740520"/>
              </a:gdLst>
              <a:ahLst/>
              <a:cxnLst/>
              <a:rect l="textAreaLeft" t="textAreaTop" r="textAreaRight" b="textAreaBottom"/>
              <a:pathLst>
                <a:path w="11781" h="19202">
                  <a:moveTo>
                    <a:pt x="9638" y="0"/>
                  </a:moveTo>
                  <a:lnTo>
                    <a:pt x="20" y="18077"/>
                  </a:lnTo>
                  <a:lnTo>
                    <a:pt x="0" y="18536"/>
                  </a:lnTo>
                  <a:lnTo>
                    <a:pt x="0" y="18536"/>
                  </a:lnTo>
                  <a:lnTo>
                    <a:pt x="662" y="18326"/>
                  </a:lnTo>
                  <a:lnTo>
                    <a:pt x="726" y="18824"/>
                  </a:lnTo>
                  <a:lnTo>
                    <a:pt x="1367" y="18638"/>
                  </a:lnTo>
                  <a:lnTo>
                    <a:pt x="1398" y="19201"/>
                  </a:lnTo>
                  <a:lnTo>
                    <a:pt x="2085" y="18913"/>
                  </a:lnTo>
                  <a:lnTo>
                    <a:pt x="11780" y="888"/>
                  </a:lnTo>
                  <a:lnTo>
                    <a:pt x="10983" y="861"/>
                  </a:lnTo>
                  <a:lnTo>
                    <a:pt x="9976" y="430"/>
                  </a:lnTo>
                  <a:lnTo>
                    <a:pt x="963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420;p19"/>
            <p:cNvSpPr/>
            <p:nvPr/>
          </p:nvSpPr>
          <p:spPr>
            <a:xfrm flipH="1">
              <a:off x="469440" y="-314640"/>
              <a:ext cx="119160" cy="77040"/>
            </a:xfrm>
            <a:custGeom>
              <a:avLst/>
              <a:gdLst>
                <a:gd name="textAreaLeft" fmla="*/ -360 w 119160"/>
                <a:gd name="textAreaRight" fmla="*/ 119160 w 11916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3102" h="2009">
                  <a:moveTo>
                    <a:pt x="517" y="1"/>
                  </a:moveTo>
                  <a:lnTo>
                    <a:pt x="0" y="1020"/>
                  </a:lnTo>
                  <a:lnTo>
                    <a:pt x="550" y="1549"/>
                  </a:lnTo>
                  <a:lnTo>
                    <a:pt x="1336" y="2001"/>
                  </a:lnTo>
                  <a:lnTo>
                    <a:pt x="2606" y="2008"/>
                  </a:lnTo>
                  <a:lnTo>
                    <a:pt x="3101" y="1063"/>
                  </a:lnTo>
                  <a:lnTo>
                    <a:pt x="3101" y="1063"/>
                  </a:lnTo>
                  <a:lnTo>
                    <a:pt x="2483" y="1068"/>
                  </a:lnTo>
                  <a:lnTo>
                    <a:pt x="1811" y="1007"/>
                  </a:lnTo>
                  <a:lnTo>
                    <a:pt x="1106" y="64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421;p19"/>
            <p:cNvSpPr/>
            <p:nvPr/>
          </p:nvSpPr>
          <p:spPr>
            <a:xfrm flipH="1">
              <a:off x="934560" y="499680"/>
              <a:ext cx="40320" cy="39600"/>
            </a:xfrm>
            <a:custGeom>
              <a:avLst/>
              <a:gdLst>
                <a:gd name="textAreaLeft" fmla="*/ 360 w 40320"/>
                <a:gd name="textAreaRight" fmla="*/ 41040 w 4032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1053" h="1035">
                  <a:moveTo>
                    <a:pt x="138" y="1"/>
                  </a:moveTo>
                  <a:lnTo>
                    <a:pt x="0" y="827"/>
                  </a:lnTo>
                  <a:cubicBezTo>
                    <a:pt x="107" y="999"/>
                    <a:pt x="229" y="1034"/>
                    <a:pt x="311" y="1034"/>
                  </a:cubicBezTo>
                  <a:cubicBezTo>
                    <a:pt x="369" y="1034"/>
                    <a:pt x="407" y="1017"/>
                    <a:pt x="407" y="1017"/>
                  </a:cubicBezTo>
                  <a:lnTo>
                    <a:pt x="1052" y="329"/>
                  </a:lnTo>
                  <a:lnTo>
                    <a:pt x="1052" y="329"/>
                  </a:lnTo>
                  <a:cubicBezTo>
                    <a:pt x="1015" y="332"/>
                    <a:pt x="979" y="334"/>
                    <a:pt x="944" y="334"/>
                  </a:cubicBezTo>
                  <a:cubicBezTo>
                    <a:pt x="441" y="334"/>
                    <a:pt x="138" y="2"/>
                    <a:pt x="138" y="2"/>
                  </a:cubicBezTo>
                  <a:lnTo>
                    <a:pt x="13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422;p19"/>
            <p:cNvSpPr/>
            <p:nvPr/>
          </p:nvSpPr>
          <p:spPr>
            <a:xfrm flipH="1">
              <a:off x="743040" y="148320"/>
              <a:ext cx="159120" cy="288000"/>
            </a:xfrm>
            <a:custGeom>
              <a:avLst/>
              <a:gdLst>
                <a:gd name="textAreaLeft" fmla="*/ 360 w 159120"/>
                <a:gd name="textAreaRight" fmla="*/ 159840 w 15912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4135" h="7476">
                  <a:moveTo>
                    <a:pt x="4135" y="1"/>
                  </a:moveTo>
                  <a:lnTo>
                    <a:pt x="4135" y="1"/>
                  </a:lnTo>
                  <a:cubicBezTo>
                    <a:pt x="3769" y="611"/>
                    <a:pt x="3414" y="1228"/>
                    <a:pt x="3060" y="1847"/>
                  </a:cubicBezTo>
                  <a:lnTo>
                    <a:pt x="2013" y="3708"/>
                  </a:lnTo>
                  <a:lnTo>
                    <a:pt x="993" y="5584"/>
                  </a:lnTo>
                  <a:cubicBezTo>
                    <a:pt x="656" y="6212"/>
                    <a:pt x="323" y="6840"/>
                    <a:pt x="0" y="7475"/>
                  </a:cubicBezTo>
                  <a:cubicBezTo>
                    <a:pt x="366" y="6863"/>
                    <a:pt x="721" y="6246"/>
                    <a:pt x="1075" y="5629"/>
                  </a:cubicBezTo>
                  <a:lnTo>
                    <a:pt x="2121" y="3767"/>
                  </a:lnTo>
                  <a:lnTo>
                    <a:pt x="3143" y="1892"/>
                  </a:lnTo>
                  <a:cubicBezTo>
                    <a:pt x="3478" y="1264"/>
                    <a:pt x="3812" y="635"/>
                    <a:pt x="413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423;p19"/>
            <p:cNvSpPr/>
            <p:nvPr/>
          </p:nvSpPr>
          <p:spPr>
            <a:xfrm flipH="1">
              <a:off x="597960" y="-117720"/>
              <a:ext cx="82080" cy="14940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141" h="3879">
                  <a:moveTo>
                    <a:pt x="2141" y="0"/>
                  </a:moveTo>
                  <a:cubicBezTo>
                    <a:pt x="1941" y="311"/>
                    <a:pt x="1752" y="629"/>
                    <a:pt x="1565" y="947"/>
                  </a:cubicBezTo>
                  <a:cubicBezTo>
                    <a:pt x="1378" y="1265"/>
                    <a:pt x="1199" y="1589"/>
                    <a:pt x="1017" y="1910"/>
                  </a:cubicBezTo>
                  <a:cubicBezTo>
                    <a:pt x="843" y="2235"/>
                    <a:pt x="664" y="2557"/>
                    <a:pt x="494" y="2885"/>
                  </a:cubicBezTo>
                  <a:cubicBezTo>
                    <a:pt x="325" y="3213"/>
                    <a:pt x="156" y="3543"/>
                    <a:pt x="1" y="3878"/>
                  </a:cubicBezTo>
                  <a:cubicBezTo>
                    <a:pt x="201" y="3566"/>
                    <a:pt x="389" y="3249"/>
                    <a:pt x="576" y="2931"/>
                  </a:cubicBezTo>
                  <a:cubicBezTo>
                    <a:pt x="763" y="2613"/>
                    <a:pt x="942" y="2290"/>
                    <a:pt x="1125" y="1969"/>
                  </a:cubicBezTo>
                  <a:cubicBezTo>
                    <a:pt x="1299" y="1643"/>
                    <a:pt x="1477" y="1320"/>
                    <a:pt x="1647" y="993"/>
                  </a:cubicBezTo>
                  <a:cubicBezTo>
                    <a:pt x="1817" y="665"/>
                    <a:pt x="1985" y="335"/>
                    <a:pt x="214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424;p19"/>
            <p:cNvSpPr/>
            <p:nvPr/>
          </p:nvSpPr>
          <p:spPr>
            <a:xfrm flipH="1">
              <a:off x="701280" y="720"/>
              <a:ext cx="82080" cy="14940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141" h="3878">
                  <a:moveTo>
                    <a:pt x="2140" y="0"/>
                  </a:moveTo>
                  <a:lnTo>
                    <a:pt x="2140" y="0"/>
                  </a:lnTo>
                  <a:cubicBezTo>
                    <a:pt x="1940" y="311"/>
                    <a:pt x="1752" y="628"/>
                    <a:pt x="1565" y="947"/>
                  </a:cubicBezTo>
                  <a:cubicBezTo>
                    <a:pt x="1378" y="1265"/>
                    <a:pt x="1199" y="1589"/>
                    <a:pt x="1018" y="1909"/>
                  </a:cubicBezTo>
                  <a:cubicBezTo>
                    <a:pt x="844" y="2235"/>
                    <a:pt x="664" y="2558"/>
                    <a:pt x="494" y="2886"/>
                  </a:cubicBezTo>
                  <a:cubicBezTo>
                    <a:pt x="326" y="3214"/>
                    <a:pt x="157" y="3542"/>
                    <a:pt x="0" y="3877"/>
                  </a:cubicBezTo>
                  <a:cubicBezTo>
                    <a:pt x="202" y="3566"/>
                    <a:pt x="390" y="3248"/>
                    <a:pt x="578" y="2930"/>
                  </a:cubicBezTo>
                  <a:cubicBezTo>
                    <a:pt x="765" y="2612"/>
                    <a:pt x="942" y="2288"/>
                    <a:pt x="1124" y="1968"/>
                  </a:cubicBezTo>
                  <a:cubicBezTo>
                    <a:pt x="1299" y="1642"/>
                    <a:pt x="1477" y="1320"/>
                    <a:pt x="1647" y="992"/>
                  </a:cubicBezTo>
                  <a:cubicBezTo>
                    <a:pt x="1817" y="664"/>
                    <a:pt x="1985" y="336"/>
                    <a:pt x="214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425;p19"/>
            <p:cNvSpPr/>
            <p:nvPr/>
          </p:nvSpPr>
          <p:spPr>
            <a:xfrm flipH="1">
              <a:off x="568800" y="-249480"/>
              <a:ext cx="82080" cy="14940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141" h="3878">
                  <a:moveTo>
                    <a:pt x="2140" y="1"/>
                  </a:moveTo>
                  <a:lnTo>
                    <a:pt x="2140" y="1"/>
                  </a:lnTo>
                  <a:cubicBezTo>
                    <a:pt x="1940" y="312"/>
                    <a:pt x="1752" y="628"/>
                    <a:pt x="1565" y="946"/>
                  </a:cubicBezTo>
                  <a:cubicBezTo>
                    <a:pt x="1378" y="1266"/>
                    <a:pt x="1199" y="1589"/>
                    <a:pt x="1016" y="1909"/>
                  </a:cubicBezTo>
                  <a:cubicBezTo>
                    <a:pt x="842" y="2236"/>
                    <a:pt x="664" y="2558"/>
                    <a:pt x="494" y="2886"/>
                  </a:cubicBezTo>
                  <a:cubicBezTo>
                    <a:pt x="324" y="3214"/>
                    <a:pt x="156" y="3542"/>
                    <a:pt x="0" y="3877"/>
                  </a:cubicBezTo>
                  <a:cubicBezTo>
                    <a:pt x="200" y="3567"/>
                    <a:pt x="389" y="3249"/>
                    <a:pt x="576" y="2931"/>
                  </a:cubicBezTo>
                  <a:cubicBezTo>
                    <a:pt x="763" y="2613"/>
                    <a:pt x="942" y="2289"/>
                    <a:pt x="1124" y="1968"/>
                  </a:cubicBezTo>
                  <a:cubicBezTo>
                    <a:pt x="1298" y="1643"/>
                    <a:pt x="1477" y="1320"/>
                    <a:pt x="1647" y="992"/>
                  </a:cubicBezTo>
                  <a:cubicBezTo>
                    <a:pt x="1817" y="664"/>
                    <a:pt x="1985" y="336"/>
                    <a:pt x="214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426;p19"/>
            <p:cNvSpPr/>
            <p:nvPr/>
          </p:nvSpPr>
          <p:spPr>
            <a:xfrm flipH="1">
              <a:off x="-137160" y="197640"/>
              <a:ext cx="113040" cy="140040"/>
            </a:xfrm>
            <a:custGeom>
              <a:avLst/>
              <a:gdLst>
                <a:gd name="textAreaLeft" fmla="*/ -360 w 113040"/>
                <a:gd name="textAreaRight" fmla="*/ 113040 w 11304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2941" h="3643">
                  <a:moveTo>
                    <a:pt x="2004" y="0"/>
                  </a:moveTo>
                  <a:cubicBezTo>
                    <a:pt x="1317" y="0"/>
                    <a:pt x="407" y="1376"/>
                    <a:pt x="211" y="1994"/>
                  </a:cubicBezTo>
                  <a:cubicBezTo>
                    <a:pt x="1" y="2654"/>
                    <a:pt x="394" y="3364"/>
                    <a:pt x="1089" y="3579"/>
                  </a:cubicBezTo>
                  <a:cubicBezTo>
                    <a:pt x="1226" y="3622"/>
                    <a:pt x="1364" y="3642"/>
                    <a:pt x="1500" y="3642"/>
                  </a:cubicBezTo>
                  <a:cubicBezTo>
                    <a:pt x="2054" y="3642"/>
                    <a:pt x="2562" y="3306"/>
                    <a:pt x="2731" y="2775"/>
                  </a:cubicBezTo>
                  <a:cubicBezTo>
                    <a:pt x="2941" y="2115"/>
                    <a:pt x="2839" y="237"/>
                    <a:pt x="2143" y="21"/>
                  </a:cubicBezTo>
                  <a:cubicBezTo>
                    <a:pt x="2098" y="7"/>
                    <a:pt x="2051" y="0"/>
                    <a:pt x="2004" y="0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427;p19"/>
            <p:cNvSpPr/>
            <p:nvPr/>
          </p:nvSpPr>
          <p:spPr>
            <a:xfrm flipH="1">
              <a:off x="-102600" y="155880"/>
              <a:ext cx="158040" cy="97560"/>
            </a:xfrm>
            <a:custGeom>
              <a:avLst/>
              <a:gdLst>
                <a:gd name="textAreaLeft" fmla="*/ 360 w 158040"/>
                <a:gd name="textAreaRight" fmla="*/ 158760 w 15804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4105" h="2543">
                  <a:moveTo>
                    <a:pt x="1835" y="0"/>
                  </a:moveTo>
                  <a:cubicBezTo>
                    <a:pt x="1564" y="0"/>
                    <a:pt x="1321" y="20"/>
                    <a:pt x="1149" y="54"/>
                  </a:cubicBezTo>
                  <a:cubicBezTo>
                    <a:pt x="441" y="198"/>
                    <a:pt x="1" y="864"/>
                    <a:pt x="166" y="1545"/>
                  </a:cubicBezTo>
                  <a:cubicBezTo>
                    <a:pt x="310" y="2136"/>
                    <a:pt x="866" y="2542"/>
                    <a:pt x="1474" y="2542"/>
                  </a:cubicBezTo>
                  <a:cubicBezTo>
                    <a:pt x="1565" y="2542"/>
                    <a:pt x="1656" y="2533"/>
                    <a:pt x="1748" y="2515"/>
                  </a:cubicBezTo>
                  <a:cubicBezTo>
                    <a:pt x="2456" y="2372"/>
                    <a:pt x="4105" y="1384"/>
                    <a:pt x="3939" y="705"/>
                  </a:cubicBezTo>
                  <a:cubicBezTo>
                    <a:pt x="3814" y="190"/>
                    <a:pt x="2684" y="0"/>
                    <a:pt x="1835" y="0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428;p19"/>
            <p:cNvSpPr/>
            <p:nvPr/>
          </p:nvSpPr>
          <p:spPr>
            <a:xfrm flipH="1">
              <a:off x="-124920" y="49320"/>
              <a:ext cx="146520" cy="122040"/>
            </a:xfrm>
            <a:custGeom>
              <a:avLst/>
              <a:gdLst>
                <a:gd name="textAreaLeft" fmla="*/ 360 w 146520"/>
                <a:gd name="textAreaRight" fmla="*/ 147240 w 1465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3809" h="3171">
                  <a:moveTo>
                    <a:pt x="1430" y="1"/>
                  </a:moveTo>
                  <a:cubicBezTo>
                    <a:pt x="1116" y="1"/>
                    <a:pt x="804" y="107"/>
                    <a:pt x="557" y="323"/>
                  </a:cubicBezTo>
                  <a:cubicBezTo>
                    <a:pt x="28" y="786"/>
                    <a:pt x="1" y="1582"/>
                    <a:pt x="498" y="2098"/>
                  </a:cubicBezTo>
                  <a:cubicBezTo>
                    <a:pt x="899" y="2514"/>
                    <a:pt x="2110" y="3171"/>
                    <a:pt x="2844" y="3171"/>
                  </a:cubicBezTo>
                  <a:cubicBezTo>
                    <a:pt x="3023" y="3171"/>
                    <a:pt x="3174" y="3132"/>
                    <a:pt x="3277" y="3041"/>
                  </a:cubicBezTo>
                  <a:cubicBezTo>
                    <a:pt x="3808" y="2578"/>
                    <a:pt x="2916" y="936"/>
                    <a:pt x="2418" y="418"/>
                  </a:cubicBezTo>
                  <a:lnTo>
                    <a:pt x="2418" y="419"/>
                  </a:lnTo>
                  <a:cubicBezTo>
                    <a:pt x="2152" y="142"/>
                    <a:pt x="1790" y="1"/>
                    <a:pt x="1430" y="1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429;p19"/>
            <p:cNvSpPr/>
            <p:nvPr/>
          </p:nvSpPr>
          <p:spPr>
            <a:xfrm flipH="1">
              <a:off x="-205560" y="26280"/>
              <a:ext cx="113040" cy="140040"/>
            </a:xfrm>
            <a:custGeom>
              <a:avLst/>
              <a:gdLst>
                <a:gd name="textAreaLeft" fmla="*/ -360 w 113040"/>
                <a:gd name="textAreaRight" fmla="*/ 113040 w 11304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2942" h="3642">
                  <a:moveTo>
                    <a:pt x="1441" y="1"/>
                  </a:moveTo>
                  <a:cubicBezTo>
                    <a:pt x="888" y="1"/>
                    <a:pt x="381" y="337"/>
                    <a:pt x="211" y="868"/>
                  </a:cubicBezTo>
                  <a:cubicBezTo>
                    <a:pt x="1" y="1528"/>
                    <a:pt x="103" y="3405"/>
                    <a:pt x="799" y="3620"/>
                  </a:cubicBezTo>
                  <a:cubicBezTo>
                    <a:pt x="844" y="3635"/>
                    <a:pt x="891" y="3641"/>
                    <a:pt x="939" y="3641"/>
                  </a:cubicBezTo>
                  <a:cubicBezTo>
                    <a:pt x="1624" y="3641"/>
                    <a:pt x="2534" y="2265"/>
                    <a:pt x="2730" y="1649"/>
                  </a:cubicBezTo>
                  <a:cubicBezTo>
                    <a:pt x="2942" y="989"/>
                    <a:pt x="2548" y="278"/>
                    <a:pt x="1853" y="63"/>
                  </a:cubicBezTo>
                  <a:cubicBezTo>
                    <a:pt x="1716" y="21"/>
                    <a:pt x="1577" y="1"/>
                    <a:pt x="1441" y="1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430;p19"/>
            <p:cNvSpPr/>
            <p:nvPr/>
          </p:nvSpPr>
          <p:spPr>
            <a:xfrm flipH="1">
              <a:off x="-286200" y="110160"/>
              <a:ext cx="158040" cy="97560"/>
            </a:xfrm>
            <a:custGeom>
              <a:avLst/>
              <a:gdLst>
                <a:gd name="textAreaLeft" fmla="*/ 360 w 158040"/>
                <a:gd name="textAreaRight" fmla="*/ 158760 w 15804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4105" h="2543">
                  <a:moveTo>
                    <a:pt x="2630" y="0"/>
                  </a:moveTo>
                  <a:cubicBezTo>
                    <a:pt x="2540" y="0"/>
                    <a:pt x="2450" y="9"/>
                    <a:pt x="2359" y="27"/>
                  </a:cubicBezTo>
                  <a:cubicBezTo>
                    <a:pt x="1651" y="171"/>
                    <a:pt x="0" y="1158"/>
                    <a:pt x="166" y="1839"/>
                  </a:cubicBezTo>
                  <a:cubicBezTo>
                    <a:pt x="291" y="2353"/>
                    <a:pt x="1419" y="2543"/>
                    <a:pt x="2267" y="2543"/>
                  </a:cubicBezTo>
                  <a:cubicBezTo>
                    <a:pt x="2541" y="2543"/>
                    <a:pt x="2785" y="2523"/>
                    <a:pt x="2958" y="2488"/>
                  </a:cubicBezTo>
                  <a:cubicBezTo>
                    <a:pt x="3666" y="2346"/>
                    <a:pt x="4105" y="1678"/>
                    <a:pt x="3939" y="999"/>
                  </a:cubicBezTo>
                  <a:cubicBezTo>
                    <a:pt x="3795" y="407"/>
                    <a:pt x="3238" y="0"/>
                    <a:pt x="2630" y="0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431;p19"/>
            <p:cNvSpPr/>
            <p:nvPr/>
          </p:nvSpPr>
          <p:spPr>
            <a:xfrm flipH="1">
              <a:off x="-252360" y="192600"/>
              <a:ext cx="146520" cy="122040"/>
            </a:xfrm>
            <a:custGeom>
              <a:avLst/>
              <a:gdLst>
                <a:gd name="textAreaLeft" fmla="*/ 360 w 146520"/>
                <a:gd name="textAreaRight" fmla="*/ 147240 w 1465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3808" h="3171">
                  <a:moveTo>
                    <a:pt x="965" y="1"/>
                  </a:moveTo>
                  <a:cubicBezTo>
                    <a:pt x="786" y="1"/>
                    <a:pt x="635" y="40"/>
                    <a:pt x="531" y="131"/>
                  </a:cubicBezTo>
                  <a:cubicBezTo>
                    <a:pt x="0" y="594"/>
                    <a:pt x="892" y="2236"/>
                    <a:pt x="1390" y="2753"/>
                  </a:cubicBezTo>
                  <a:cubicBezTo>
                    <a:pt x="1656" y="3029"/>
                    <a:pt x="2019" y="3170"/>
                    <a:pt x="2379" y="3170"/>
                  </a:cubicBezTo>
                  <a:cubicBezTo>
                    <a:pt x="2692" y="3170"/>
                    <a:pt x="3004" y="3064"/>
                    <a:pt x="3251" y="2849"/>
                  </a:cubicBezTo>
                  <a:cubicBezTo>
                    <a:pt x="3780" y="2384"/>
                    <a:pt x="3808" y="1590"/>
                    <a:pt x="3310" y="1073"/>
                  </a:cubicBezTo>
                  <a:cubicBezTo>
                    <a:pt x="2911" y="658"/>
                    <a:pt x="1699" y="1"/>
                    <a:pt x="965" y="1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432;p19"/>
            <p:cNvSpPr/>
            <p:nvPr/>
          </p:nvSpPr>
          <p:spPr>
            <a:xfrm flipH="1">
              <a:off x="-156960" y="135000"/>
              <a:ext cx="91800" cy="85680"/>
            </a:xfrm>
            <a:custGeom>
              <a:avLst/>
              <a:gdLst>
                <a:gd name="textAreaLeft" fmla="*/ 360 w 91800"/>
                <a:gd name="textAreaRight" fmla="*/ 92520 w 9180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2387" h="2235">
                  <a:moveTo>
                    <a:pt x="1195" y="0"/>
                  </a:moveTo>
                  <a:cubicBezTo>
                    <a:pt x="1143" y="0"/>
                    <a:pt x="1090" y="4"/>
                    <a:pt x="1037" y="11"/>
                  </a:cubicBezTo>
                  <a:cubicBezTo>
                    <a:pt x="425" y="98"/>
                    <a:pt x="1" y="665"/>
                    <a:pt x="87" y="1275"/>
                  </a:cubicBezTo>
                  <a:cubicBezTo>
                    <a:pt x="167" y="1832"/>
                    <a:pt x="645" y="2235"/>
                    <a:pt x="1191" y="2235"/>
                  </a:cubicBezTo>
                  <a:cubicBezTo>
                    <a:pt x="1243" y="2235"/>
                    <a:pt x="1297" y="2231"/>
                    <a:pt x="1351" y="2223"/>
                  </a:cubicBezTo>
                  <a:cubicBezTo>
                    <a:pt x="1962" y="2137"/>
                    <a:pt x="2387" y="1571"/>
                    <a:pt x="2300" y="960"/>
                  </a:cubicBezTo>
                  <a:cubicBezTo>
                    <a:pt x="2220" y="403"/>
                    <a:pt x="1742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" name="Google Shape;1433;p19"/>
          <p:cNvGrpSpPr/>
          <p:nvPr/>
        </p:nvGrpSpPr>
        <p:grpSpPr>
          <a:xfrm>
            <a:off x="8056080" y="3382200"/>
            <a:ext cx="1376640" cy="2440080"/>
            <a:chOff x="8056080" y="3382200"/>
            <a:chExt cx="1376640" cy="2440080"/>
          </a:xfrm>
        </p:grpSpPr>
        <p:sp>
          <p:nvSpPr>
            <p:cNvPr id="235" name="Google Shape;1434;p19"/>
            <p:cNvSpPr/>
            <p:nvPr/>
          </p:nvSpPr>
          <p:spPr>
            <a:xfrm rot="20428800">
              <a:off x="8314200" y="4134240"/>
              <a:ext cx="878760" cy="1586520"/>
            </a:xfrm>
            <a:custGeom>
              <a:avLst/>
              <a:gdLst>
                <a:gd name="textAreaLeft" fmla="*/ 0 w 878760"/>
                <a:gd name="textAreaRight" fmla="*/ 879120 w 878760"/>
                <a:gd name="textAreaTop" fmla="*/ 0 h 1586520"/>
                <a:gd name="textAreaBottom" fmla="*/ 1586880 h 1586520"/>
              </a:gdLst>
              <a:ahLst/>
              <a:cxnLst/>
              <a:rect l="textAreaLeft" t="textAreaTop" r="textAreaRight" b="textAreaBottom"/>
              <a:pathLst>
                <a:path w="14977" h="27030">
                  <a:moveTo>
                    <a:pt x="13560" y="1"/>
                  </a:moveTo>
                  <a:cubicBezTo>
                    <a:pt x="13118" y="1"/>
                    <a:pt x="12688" y="230"/>
                    <a:pt x="12451" y="640"/>
                  </a:cubicBezTo>
                  <a:cubicBezTo>
                    <a:pt x="11280" y="2669"/>
                    <a:pt x="10172" y="4729"/>
                    <a:pt x="9060" y="6787"/>
                  </a:cubicBezTo>
                  <a:cubicBezTo>
                    <a:pt x="7954" y="8849"/>
                    <a:pt x="6871" y="10922"/>
                    <a:pt x="5803" y="13001"/>
                  </a:cubicBezTo>
                  <a:cubicBezTo>
                    <a:pt x="5265" y="14038"/>
                    <a:pt x="4740" y="15082"/>
                    <a:pt x="4209" y="16124"/>
                  </a:cubicBezTo>
                  <a:lnTo>
                    <a:pt x="2637" y="19258"/>
                  </a:lnTo>
                  <a:cubicBezTo>
                    <a:pt x="2119" y="20305"/>
                    <a:pt x="1597" y="21350"/>
                    <a:pt x="1085" y="22401"/>
                  </a:cubicBezTo>
                  <a:lnTo>
                    <a:pt x="315" y="23975"/>
                  </a:lnTo>
                  <a:cubicBezTo>
                    <a:pt x="251" y="24107"/>
                    <a:pt x="181" y="24235"/>
                    <a:pt x="129" y="24372"/>
                  </a:cubicBezTo>
                  <a:cubicBezTo>
                    <a:pt x="77" y="24510"/>
                    <a:pt x="40" y="24654"/>
                    <a:pt x="21" y="24807"/>
                  </a:cubicBezTo>
                  <a:cubicBezTo>
                    <a:pt x="1" y="24961"/>
                    <a:pt x="1" y="25123"/>
                    <a:pt x="23" y="25296"/>
                  </a:cubicBezTo>
                  <a:cubicBezTo>
                    <a:pt x="46" y="25470"/>
                    <a:pt x="84" y="25650"/>
                    <a:pt x="182" y="25860"/>
                  </a:cubicBezTo>
                  <a:cubicBezTo>
                    <a:pt x="512" y="26571"/>
                    <a:pt x="1231" y="27029"/>
                    <a:pt x="2012" y="27029"/>
                  </a:cubicBezTo>
                  <a:cubicBezTo>
                    <a:pt x="2165" y="27029"/>
                    <a:pt x="2320" y="27012"/>
                    <a:pt x="2475" y="26975"/>
                  </a:cubicBezTo>
                  <a:cubicBezTo>
                    <a:pt x="2699" y="26922"/>
                    <a:pt x="2866" y="26841"/>
                    <a:pt x="3017" y="26752"/>
                  </a:cubicBezTo>
                  <a:cubicBezTo>
                    <a:pt x="3167" y="26662"/>
                    <a:pt x="3295" y="26562"/>
                    <a:pt x="3401" y="26451"/>
                  </a:cubicBezTo>
                  <a:cubicBezTo>
                    <a:pt x="3511" y="26344"/>
                    <a:pt x="3601" y="26224"/>
                    <a:pt x="3678" y="26099"/>
                  </a:cubicBezTo>
                  <a:cubicBezTo>
                    <a:pt x="3752" y="25974"/>
                    <a:pt x="3811" y="25838"/>
                    <a:pt x="3876" y="25707"/>
                  </a:cubicBezTo>
                  <a:lnTo>
                    <a:pt x="4639" y="24130"/>
                  </a:lnTo>
                  <a:cubicBezTo>
                    <a:pt x="5150" y="23078"/>
                    <a:pt x="5649" y="22022"/>
                    <a:pt x="6153" y="20969"/>
                  </a:cubicBezTo>
                  <a:lnTo>
                    <a:pt x="7649" y="17797"/>
                  </a:lnTo>
                  <a:cubicBezTo>
                    <a:pt x="8142" y="16737"/>
                    <a:pt x="8638" y="15679"/>
                    <a:pt x="9123" y="14615"/>
                  </a:cubicBezTo>
                  <a:cubicBezTo>
                    <a:pt x="10099" y="12491"/>
                    <a:pt x="11060" y="10360"/>
                    <a:pt x="12001" y="8219"/>
                  </a:cubicBezTo>
                  <a:cubicBezTo>
                    <a:pt x="12934" y="6073"/>
                    <a:pt x="13870" y="3929"/>
                    <a:pt x="14744" y="1755"/>
                  </a:cubicBezTo>
                  <a:cubicBezTo>
                    <a:pt x="14977" y="1174"/>
                    <a:pt x="14755" y="494"/>
                    <a:pt x="14197" y="172"/>
                  </a:cubicBezTo>
                  <a:cubicBezTo>
                    <a:pt x="13996" y="56"/>
                    <a:pt x="13776" y="1"/>
                    <a:pt x="1356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435;p19"/>
            <p:cNvSpPr/>
            <p:nvPr/>
          </p:nvSpPr>
          <p:spPr>
            <a:xfrm rot="20428800">
              <a:off x="8295840" y="4130280"/>
              <a:ext cx="878760" cy="1586520"/>
            </a:xfrm>
            <a:custGeom>
              <a:avLst/>
              <a:gdLst>
                <a:gd name="textAreaLeft" fmla="*/ 0 w 878760"/>
                <a:gd name="textAreaRight" fmla="*/ 879120 w 878760"/>
                <a:gd name="textAreaTop" fmla="*/ 0 h 1586520"/>
                <a:gd name="textAreaBottom" fmla="*/ 1586880 h 1586520"/>
              </a:gdLst>
              <a:ahLst/>
              <a:cxnLst/>
              <a:rect l="textAreaLeft" t="textAreaTop" r="textAreaRight" b="textAreaBottom"/>
              <a:pathLst>
                <a:path w="14977" h="27029">
                  <a:moveTo>
                    <a:pt x="13558" y="1"/>
                  </a:moveTo>
                  <a:cubicBezTo>
                    <a:pt x="13117" y="1"/>
                    <a:pt x="12687" y="230"/>
                    <a:pt x="12451" y="640"/>
                  </a:cubicBezTo>
                  <a:cubicBezTo>
                    <a:pt x="11278" y="2669"/>
                    <a:pt x="10172" y="4730"/>
                    <a:pt x="9059" y="6787"/>
                  </a:cubicBezTo>
                  <a:cubicBezTo>
                    <a:pt x="7954" y="8850"/>
                    <a:pt x="6870" y="10920"/>
                    <a:pt x="5803" y="13000"/>
                  </a:cubicBezTo>
                  <a:cubicBezTo>
                    <a:pt x="5264" y="14039"/>
                    <a:pt x="4739" y="15082"/>
                    <a:pt x="4208" y="16124"/>
                  </a:cubicBezTo>
                  <a:lnTo>
                    <a:pt x="2637" y="19258"/>
                  </a:lnTo>
                  <a:cubicBezTo>
                    <a:pt x="2119" y="20304"/>
                    <a:pt x="1596" y="21350"/>
                    <a:pt x="1084" y="22401"/>
                  </a:cubicBezTo>
                  <a:lnTo>
                    <a:pt x="314" y="23975"/>
                  </a:lnTo>
                  <a:cubicBezTo>
                    <a:pt x="251" y="24108"/>
                    <a:pt x="180" y="24236"/>
                    <a:pt x="129" y="24372"/>
                  </a:cubicBezTo>
                  <a:cubicBezTo>
                    <a:pt x="77" y="24511"/>
                    <a:pt x="39" y="24654"/>
                    <a:pt x="21" y="24807"/>
                  </a:cubicBezTo>
                  <a:cubicBezTo>
                    <a:pt x="1" y="24960"/>
                    <a:pt x="1" y="25122"/>
                    <a:pt x="22" y="25295"/>
                  </a:cubicBezTo>
                  <a:cubicBezTo>
                    <a:pt x="45" y="25469"/>
                    <a:pt x="84" y="25650"/>
                    <a:pt x="182" y="25860"/>
                  </a:cubicBezTo>
                  <a:cubicBezTo>
                    <a:pt x="512" y="26572"/>
                    <a:pt x="1230" y="27029"/>
                    <a:pt x="2012" y="27029"/>
                  </a:cubicBezTo>
                  <a:cubicBezTo>
                    <a:pt x="2165" y="27029"/>
                    <a:pt x="2319" y="27012"/>
                    <a:pt x="2474" y="26976"/>
                  </a:cubicBezTo>
                  <a:cubicBezTo>
                    <a:pt x="2699" y="26922"/>
                    <a:pt x="2864" y="26840"/>
                    <a:pt x="3017" y="26753"/>
                  </a:cubicBezTo>
                  <a:cubicBezTo>
                    <a:pt x="3165" y="26662"/>
                    <a:pt x="3293" y="26563"/>
                    <a:pt x="3401" y="26452"/>
                  </a:cubicBezTo>
                  <a:cubicBezTo>
                    <a:pt x="3510" y="26342"/>
                    <a:pt x="3600" y="26224"/>
                    <a:pt x="3677" y="26099"/>
                  </a:cubicBezTo>
                  <a:cubicBezTo>
                    <a:pt x="3752" y="25973"/>
                    <a:pt x="3810" y="25839"/>
                    <a:pt x="3874" y="25708"/>
                  </a:cubicBezTo>
                  <a:lnTo>
                    <a:pt x="4639" y="24129"/>
                  </a:lnTo>
                  <a:cubicBezTo>
                    <a:pt x="5149" y="23079"/>
                    <a:pt x="5649" y="22022"/>
                    <a:pt x="6152" y="20968"/>
                  </a:cubicBezTo>
                  <a:lnTo>
                    <a:pt x="7649" y="17797"/>
                  </a:lnTo>
                  <a:cubicBezTo>
                    <a:pt x="8140" y="16737"/>
                    <a:pt x="8636" y="15679"/>
                    <a:pt x="9121" y="14616"/>
                  </a:cubicBezTo>
                  <a:cubicBezTo>
                    <a:pt x="10098" y="12492"/>
                    <a:pt x="11059" y="10359"/>
                    <a:pt x="11999" y="8218"/>
                  </a:cubicBezTo>
                  <a:cubicBezTo>
                    <a:pt x="12932" y="6072"/>
                    <a:pt x="13868" y="3930"/>
                    <a:pt x="14742" y="1755"/>
                  </a:cubicBezTo>
                  <a:lnTo>
                    <a:pt x="14743" y="1755"/>
                  </a:lnTo>
                  <a:cubicBezTo>
                    <a:pt x="14977" y="1174"/>
                    <a:pt x="14753" y="495"/>
                    <a:pt x="14197" y="172"/>
                  </a:cubicBezTo>
                  <a:cubicBezTo>
                    <a:pt x="13995" y="56"/>
                    <a:pt x="13775" y="1"/>
                    <a:pt x="1355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436;p19"/>
            <p:cNvSpPr/>
            <p:nvPr/>
          </p:nvSpPr>
          <p:spPr>
            <a:xfrm rot="20428800">
              <a:off x="8541720" y="3453480"/>
              <a:ext cx="526680" cy="664920"/>
            </a:xfrm>
            <a:custGeom>
              <a:avLst/>
              <a:gdLst>
                <a:gd name="textAreaLeft" fmla="*/ 0 w 526680"/>
                <a:gd name="textAreaRight" fmla="*/ 527040 w 526680"/>
                <a:gd name="textAreaTop" fmla="*/ 0 h 664920"/>
                <a:gd name="textAreaBottom" fmla="*/ 665280 h 664920"/>
              </a:gdLst>
              <a:ahLst/>
              <a:cxnLst/>
              <a:rect l="textAreaLeft" t="textAreaTop" r="textAreaRight" b="textAreaBottom"/>
              <a:pathLst>
                <a:path w="8975" h="11332">
                  <a:moveTo>
                    <a:pt x="7607" y="1917"/>
                  </a:moveTo>
                  <a:lnTo>
                    <a:pt x="7607" y="1919"/>
                  </a:lnTo>
                  <a:cubicBezTo>
                    <a:pt x="7607" y="1919"/>
                    <a:pt x="7609" y="1921"/>
                    <a:pt x="7612" y="1925"/>
                  </a:cubicBezTo>
                  <a:lnTo>
                    <a:pt x="7612" y="1925"/>
                  </a:lnTo>
                  <a:cubicBezTo>
                    <a:pt x="7610" y="1923"/>
                    <a:pt x="7609" y="1920"/>
                    <a:pt x="7607" y="1917"/>
                  </a:cubicBezTo>
                  <a:close/>
                  <a:moveTo>
                    <a:pt x="5598" y="0"/>
                  </a:moveTo>
                  <a:cubicBezTo>
                    <a:pt x="5599" y="1"/>
                    <a:pt x="6833" y="1241"/>
                    <a:pt x="5434" y="3221"/>
                  </a:cubicBezTo>
                  <a:cubicBezTo>
                    <a:pt x="5680" y="2189"/>
                    <a:pt x="5512" y="1348"/>
                    <a:pt x="5512" y="1347"/>
                  </a:cubicBezTo>
                  <a:lnTo>
                    <a:pt x="5512" y="1347"/>
                  </a:lnTo>
                  <a:cubicBezTo>
                    <a:pt x="5567" y="2244"/>
                    <a:pt x="4685" y="3550"/>
                    <a:pt x="4014" y="4407"/>
                  </a:cubicBezTo>
                  <a:cubicBezTo>
                    <a:pt x="3677" y="4834"/>
                    <a:pt x="3300" y="5227"/>
                    <a:pt x="2902" y="5598"/>
                  </a:cubicBezTo>
                  <a:cubicBezTo>
                    <a:pt x="1" y="8302"/>
                    <a:pt x="2181" y="10453"/>
                    <a:pt x="2181" y="10453"/>
                  </a:cubicBezTo>
                  <a:lnTo>
                    <a:pt x="4699" y="11331"/>
                  </a:lnTo>
                  <a:cubicBezTo>
                    <a:pt x="7468" y="9784"/>
                    <a:pt x="8498" y="8017"/>
                    <a:pt x="8640" y="6348"/>
                  </a:cubicBezTo>
                  <a:cubicBezTo>
                    <a:pt x="8975" y="4120"/>
                    <a:pt x="7695" y="2057"/>
                    <a:pt x="7612" y="1925"/>
                  </a:cubicBezTo>
                  <a:lnTo>
                    <a:pt x="7612" y="1925"/>
                  </a:lnTo>
                  <a:cubicBezTo>
                    <a:pt x="7842" y="2365"/>
                    <a:pt x="7991" y="2900"/>
                    <a:pt x="8085" y="3431"/>
                  </a:cubicBezTo>
                  <a:cubicBezTo>
                    <a:pt x="7199" y="1431"/>
                    <a:pt x="5599" y="1"/>
                    <a:pt x="559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437;p19"/>
            <p:cNvSpPr/>
            <p:nvPr/>
          </p:nvSpPr>
          <p:spPr>
            <a:xfrm rot="20428800">
              <a:off x="8532720" y="3451320"/>
              <a:ext cx="527400" cy="664920"/>
            </a:xfrm>
            <a:custGeom>
              <a:avLst/>
              <a:gdLst>
                <a:gd name="textAreaLeft" fmla="*/ 0 w 527400"/>
                <a:gd name="textAreaRight" fmla="*/ 527760 w 527400"/>
                <a:gd name="textAreaTop" fmla="*/ 0 h 664920"/>
                <a:gd name="textAreaBottom" fmla="*/ 665280 h 664920"/>
              </a:gdLst>
              <a:ahLst/>
              <a:cxnLst/>
              <a:rect l="textAreaLeft" t="textAreaTop" r="textAreaRight" b="textAreaBottom"/>
              <a:pathLst>
                <a:path w="8988" h="11332">
                  <a:moveTo>
                    <a:pt x="5600" y="0"/>
                  </a:moveTo>
                  <a:cubicBezTo>
                    <a:pt x="5600" y="1"/>
                    <a:pt x="6833" y="1241"/>
                    <a:pt x="5434" y="3221"/>
                  </a:cubicBezTo>
                  <a:cubicBezTo>
                    <a:pt x="5680" y="2189"/>
                    <a:pt x="5512" y="1348"/>
                    <a:pt x="5512" y="1347"/>
                  </a:cubicBezTo>
                  <a:lnTo>
                    <a:pt x="5512" y="1347"/>
                  </a:lnTo>
                  <a:cubicBezTo>
                    <a:pt x="5568" y="2244"/>
                    <a:pt x="4686" y="3550"/>
                    <a:pt x="4014" y="4407"/>
                  </a:cubicBezTo>
                  <a:cubicBezTo>
                    <a:pt x="3679" y="4834"/>
                    <a:pt x="3302" y="5227"/>
                    <a:pt x="2903" y="5598"/>
                  </a:cubicBezTo>
                  <a:cubicBezTo>
                    <a:pt x="0" y="8304"/>
                    <a:pt x="2181" y="10453"/>
                    <a:pt x="2181" y="10453"/>
                  </a:cubicBezTo>
                  <a:lnTo>
                    <a:pt x="4700" y="11331"/>
                  </a:lnTo>
                  <a:cubicBezTo>
                    <a:pt x="7468" y="9784"/>
                    <a:pt x="8499" y="8019"/>
                    <a:pt x="8642" y="6348"/>
                  </a:cubicBezTo>
                  <a:cubicBezTo>
                    <a:pt x="8987" y="4046"/>
                    <a:pt x="7609" y="1919"/>
                    <a:pt x="7609" y="1919"/>
                  </a:cubicBezTo>
                  <a:lnTo>
                    <a:pt x="7609" y="1919"/>
                  </a:lnTo>
                  <a:cubicBezTo>
                    <a:pt x="7840" y="2359"/>
                    <a:pt x="7990" y="2899"/>
                    <a:pt x="8086" y="3431"/>
                  </a:cubicBezTo>
                  <a:cubicBezTo>
                    <a:pt x="7200" y="1431"/>
                    <a:pt x="5600" y="1"/>
                    <a:pt x="560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438;p19"/>
            <p:cNvSpPr/>
            <p:nvPr/>
          </p:nvSpPr>
          <p:spPr>
            <a:xfrm rot="20428800">
              <a:off x="8733240" y="4045680"/>
              <a:ext cx="219960" cy="18396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3751" h="3140">
                  <a:moveTo>
                    <a:pt x="1278" y="0"/>
                  </a:moveTo>
                  <a:lnTo>
                    <a:pt x="1" y="1570"/>
                  </a:lnTo>
                  <a:lnTo>
                    <a:pt x="3116" y="3139"/>
                  </a:lnTo>
                  <a:lnTo>
                    <a:pt x="3751" y="803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439;p19"/>
            <p:cNvSpPr/>
            <p:nvPr/>
          </p:nvSpPr>
          <p:spPr>
            <a:xfrm rot="20428800">
              <a:off x="8720640" y="4026960"/>
              <a:ext cx="215640" cy="183960"/>
            </a:xfrm>
            <a:custGeom>
              <a:avLst/>
              <a:gdLst>
                <a:gd name="textAreaLeft" fmla="*/ 0 w 215640"/>
                <a:gd name="textAreaRight" fmla="*/ 216000 w 2156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3678" h="3141">
                  <a:moveTo>
                    <a:pt x="1278" y="1"/>
                  </a:moveTo>
                  <a:lnTo>
                    <a:pt x="1" y="1572"/>
                  </a:lnTo>
                  <a:lnTo>
                    <a:pt x="3115" y="3141"/>
                  </a:lnTo>
                  <a:lnTo>
                    <a:pt x="3677" y="1169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440;p19"/>
            <p:cNvSpPr/>
            <p:nvPr/>
          </p:nvSpPr>
          <p:spPr>
            <a:xfrm rot="20428800">
              <a:off x="8507520" y="5031000"/>
              <a:ext cx="237600" cy="49932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499320"/>
                <a:gd name="textAreaBottom" fmla="*/ 499680 h 499320"/>
              </a:gdLst>
              <a:ahLst/>
              <a:cxnLst/>
              <a:rect l="textAreaLeft" t="textAreaTop" r="textAreaRight" b="textAreaBottom"/>
              <a:pathLst>
                <a:path w="4053" h="8510">
                  <a:moveTo>
                    <a:pt x="4053" y="1"/>
                  </a:moveTo>
                  <a:lnTo>
                    <a:pt x="4053" y="1"/>
                  </a:lnTo>
                  <a:cubicBezTo>
                    <a:pt x="2622" y="2782"/>
                    <a:pt x="1259" y="5646"/>
                    <a:pt x="0" y="8510"/>
                  </a:cubicBezTo>
                  <a:cubicBezTo>
                    <a:pt x="1431" y="5727"/>
                    <a:pt x="2793" y="2864"/>
                    <a:pt x="405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441;p19"/>
            <p:cNvSpPr/>
            <p:nvPr/>
          </p:nvSpPr>
          <p:spPr>
            <a:xfrm rot="20428800">
              <a:off x="8565480" y="4352040"/>
              <a:ext cx="291240" cy="5382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538200"/>
                <a:gd name="textAreaBottom" fmla="*/ 538560 h 538200"/>
              </a:gdLst>
              <a:ahLst/>
              <a:cxnLst/>
              <a:rect l="textAreaLeft" t="textAreaTop" r="textAreaRight" b="textAreaBottom"/>
              <a:pathLst>
                <a:path w="4970" h="9172">
                  <a:moveTo>
                    <a:pt x="4970" y="1"/>
                  </a:moveTo>
                  <a:lnTo>
                    <a:pt x="4970" y="1"/>
                  </a:lnTo>
                  <a:cubicBezTo>
                    <a:pt x="3237" y="2998"/>
                    <a:pt x="1567" y="6083"/>
                    <a:pt x="1" y="9171"/>
                  </a:cubicBezTo>
                  <a:cubicBezTo>
                    <a:pt x="1732" y="6174"/>
                    <a:pt x="3404" y="3089"/>
                    <a:pt x="497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442;p19"/>
            <p:cNvSpPr/>
            <p:nvPr/>
          </p:nvSpPr>
          <p:spPr>
            <a:xfrm rot="20428800">
              <a:off x="8748720" y="4066200"/>
              <a:ext cx="79920" cy="9288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1367" h="1591">
                  <a:moveTo>
                    <a:pt x="791" y="1"/>
                  </a:moveTo>
                  <a:lnTo>
                    <a:pt x="791" y="1"/>
                  </a:lnTo>
                  <a:cubicBezTo>
                    <a:pt x="499" y="333"/>
                    <a:pt x="245" y="694"/>
                    <a:pt x="1" y="1063"/>
                  </a:cubicBezTo>
                  <a:cubicBezTo>
                    <a:pt x="392" y="1243"/>
                    <a:pt x="791" y="1408"/>
                    <a:pt x="1201" y="1540"/>
                  </a:cubicBezTo>
                  <a:cubicBezTo>
                    <a:pt x="1248" y="1555"/>
                    <a:pt x="1319" y="1579"/>
                    <a:pt x="1366" y="1591"/>
                  </a:cubicBezTo>
                  <a:cubicBezTo>
                    <a:pt x="1325" y="1563"/>
                    <a:pt x="1261" y="1526"/>
                    <a:pt x="1218" y="1502"/>
                  </a:cubicBezTo>
                  <a:cubicBezTo>
                    <a:pt x="897" y="1315"/>
                    <a:pt x="562" y="1150"/>
                    <a:pt x="222" y="999"/>
                  </a:cubicBezTo>
                  <a:lnTo>
                    <a:pt x="222" y="999"/>
                  </a:lnTo>
                  <a:cubicBezTo>
                    <a:pt x="234" y="980"/>
                    <a:pt x="246" y="961"/>
                    <a:pt x="258" y="942"/>
                  </a:cubicBezTo>
                  <a:cubicBezTo>
                    <a:pt x="450" y="637"/>
                    <a:pt x="635" y="327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443;p19"/>
            <p:cNvSpPr/>
            <p:nvPr/>
          </p:nvSpPr>
          <p:spPr>
            <a:xfrm rot="20428800">
              <a:off x="8691120" y="3855240"/>
              <a:ext cx="66240" cy="16236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162360"/>
                <a:gd name="textAreaBottom" fmla="*/ 162720 h 162360"/>
              </a:gdLst>
              <a:ahLst/>
              <a:cxnLst/>
              <a:rect l="textAreaLeft" t="textAreaTop" r="textAreaRight" b="textAreaBottom"/>
              <a:pathLst>
                <a:path w="1135" h="2773">
                  <a:moveTo>
                    <a:pt x="1134" y="1"/>
                  </a:moveTo>
                  <a:lnTo>
                    <a:pt x="1134" y="1"/>
                  </a:lnTo>
                  <a:cubicBezTo>
                    <a:pt x="717" y="325"/>
                    <a:pt x="360" y="748"/>
                    <a:pt x="169" y="1245"/>
                  </a:cubicBezTo>
                  <a:cubicBezTo>
                    <a:pt x="38" y="1589"/>
                    <a:pt x="0" y="1982"/>
                    <a:pt x="111" y="2339"/>
                  </a:cubicBezTo>
                  <a:cubicBezTo>
                    <a:pt x="163" y="2496"/>
                    <a:pt x="236" y="2651"/>
                    <a:pt x="351" y="2772"/>
                  </a:cubicBezTo>
                  <a:cubicBezTo>
                    <a:pt x="91" y="2292"/>
                    <a:pt x="133" y="1702"/>
                    <a:pt x="346" y="1210"/>
                  </a:cubicBezTo>
                  <a:cubicBezTo>
                    <a:pt x="533" y="762"/>
                    <a:pt x="829" y="379"/>
                    <a:pt x="1134" y="1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5" name="Google Shape;1444;p19"/>
          <p:cNvSpPr/>
          <p:nvPr/>
        </p:nvSpPr>
        <p:spPr>
          <a:xfrm rot="5400000">
            <a:off x="-44640" y="2424600"/>
            <a:ext cx="840600" cy="559080"/>
          </a:xfrm>
          <a:custGeom>
            <a:avLst/>
            <a:gdLst>
              <a:gd name="textAreaLeft" fmla="*/ 0 w 840600"/>
              <a:gd name="textAreaRight" fmla="*/ 840960 w 840600"/>
              <a:gd name="textAreaTop" fmla="*/ 0 h 559080"/>
              <a:gd name="textAreaBottom" fmla="*/ 559440 h 559080"/>
            </a:gdLst>
            <a:ahLst/>
            <a:cxnLst/>
            <a:rect l="textAreaLeft" t="textAreaTop" r="textAreaRight" b="textAreaBottom"/>
            <a:pathLst>
              <a:path w="11185" h="7439">
                <a:moveTo>
                  <a:pt x="2730" y="277"/>
                </a:moveTo>
                <a:cubicBezTo>
                  <a:pt x="2730" y="277"/>
                  <a:pt x="2731" y="278"/>
                  <a:pt x="2734" y="278"/>
                </a:cubicBezTo>
                <a:cubicBezTo>
                  <a:pt x="2734" y="278"/>
                  <a:pt x="2735" y="278"/>
                  <a:pt x="2735" y="278"/>
                </a:cubicBezTo>
                <a:lnTo>
                  <a:pt x="2735" y="278"/>
                </a:lnTo>
                <a:cubicBezTo>
                  <a:pt x="2732" y="278"/>
                  <a:pt x="2730" y="277"/>
                  <a:pt x="2730" y="277"/>
                </a:cubicBezTo>
                <a:close/>
                <a:moveTo>
                  <a:pt x="1545" y="435"/>
                </a:moveTo>
                <a:lnTo>
                  <a:pt x="1545" y="435"/>
                </a:lnTo>
                <a:cubicBezTo>
                  <a:pt x="1542" y="436"/>
                  <a:pt x="1540" y="438"/>
                  <a:pt x="1540" y="438"/>
                </a:cubicBezTo>
                <a:cubicBezTo>
                  <a:pt x="1542" y="437"/>
                  <a:pt x="1543" y="436"/>
                  <a:pt x="1545" y="435"/>
                </a:cubicBezTo>
                <a:close/>
                <a:moveTo>
                  <a:pt x="479" y="1499"/>
                </a:moveTo>
                <a:cubicBezTo>
                  <a:pt x="477" y="1502"/>
                  <a:pt x="476" y="1506"/>
                  <a:pt x="476" y="1506"/>
                </a:cubicBezTo>
                <a:cubicBezTo>
                  <a:pt x="476" y="1506"/>
                  <a:pt x="476" y="1504"/>
                  <a:pt x="478" y="1501"/>
                </a:cubicBezTo>
                <a:cubicBezTo>
                  <a:pt x="478" y="1500"/>
                  <a:pt x="478" y="1500"/>
                  <a:pt x="479" y="1499"/>
                </a:cubicBezTo>
                <a:close/>
                <a:moveTo>
                  <a:pt x="4899" y="4219"/>
                </a:moveTo>
                <a:cubicBezTo>
                  <a:pt x="4875" y="4373"/>
                  <a:pt x="4844" y="4526"/>
                  <a:pt x="4806" y="4676"/>
                </a:cubicBezTo>
                <a:cubicBezTo>
                  <a:pt x="4726" y="4999"/>
                  <a:pt x="4618" y="5317"/>
                  <a:pt x="4480" y="5622"/>
                </a:cubicBezTo>
                <a:cubicBezTo>
                  <a:pt x="4411" y="5775"/>
                  <a:pt x="4334" y="5925"/>
                  <a:pt x="4251" y="6070"/>
                </a:cubicBezTo>
                <a:cubicBezTo>
                  <a:pt x="4211" y="6140"/>
                  <a:pt x="4167" y="6211"/>
                  <a:pt x="4123" y="6280"/>
                </a:cubicBezTo>
                <a:cubicBezTo>
                  <a:pt x="4087" y="6336"/>
                  <a:pt x="4039" y="6408"/>
                  <a:pt x="4006" y="6448"/>
                </a:cubicBezTo>
                <a:cubicBezTo>
                  <a:pt x="3828" y="6670"/>
                  <a:pt x="3602" y="6838"/>
                  <a:pt x="3347" y="6961"/>
                </a:cubicBezTo>
                <a:cubicBezTo>
                  <a:pt x="3229" y="7018"/>
                  <a:pt x="3100" y="7063"/>
                  <a:pt x="2964" y="7089"/>
                </a:cubicBezTo>
                <a:cubicBezTo>
                  <a:pt x="2903" y="7102"/>
                  <a:pt x="2861" y="7106"/>
                  <a:pt x="2789" y="7107"/>
                </a:cubicBezTo>
                <a:cubicBezTo>
                  <a:pt x="2760" y="7107"/>
                  <a:pt x="2731" y="7107"/>
                  <a:pt x="2701" y="7105"/>
                </a:cubicBezTo>
                <a:cubicBezTo>
                  <a:pt x="2695" y="7105"/>
                  <a:pt x="2659" y="7102"/>
                  <a:pt x="2667" y="7102"/>
                </a:cubicBezTo>
                <a:cubicBezTo>
                  <a:pt x="2669" y="7102"/>
                  <a:pt x="2670" y="7102"/>
                  <a:pt x="2671" y="7102"/>
                </a:cubicBezTo>
                <a:cubicBezTo>
                  <a:pt x="2672" y="7102"/>
                  <a:pt x="2658" y="7100"/>
                  <a:pt x="2658" y="7100"/>
                </a:cubicBezTo>
                <a:cubicBezTo>
                  <a:pt x="2648" y="7099"/>
                  <a:pt x="2636" y="7096"/>
                  <a:pt x="2626" y="7095"/>
                </a:cubicBezTo>
                <a:cubicBezTo>
                  <a:pt x="2600" y="7089"/>
                  <a:pt x="2573" y="7082"/>
                  <a:pt x="2547" y="7074"/>
                </a:cubicBezTo>
                <a:cubicBezTo>
                  <a:pt x="2534" y="7070"/>
                  <a:pt x="2521" y="7064"/>
                  <a:pt x="2508" y="7060"/>
                </a:cubicBezTo>
                <a:cubicBezTo>
                  <a:pt x="2505" y="7059"/>
                  <a:pt x="2502" y="7058"/>
                  <a:pt x="2499" y="7057"/>
                </a:cubicBezTo>
                <a:lnTo>
                  <a:pt x="2499" y="7057"/>
                </a:lnTo>
                <a:cubicBezTo>
                  <a:pt x="2496" y="7056"/>
                  <a:pt x="2488" y="7052"/>
                  <a:pt x="2485" y="7051"/>
                </a:cubicBezTo>
                <a:cubicBezTo>
                  <a:pt x="2465" y="7040"/>
                  <a:pt x="2443" y="7030"/>
                  <a:pt x="2423" y="7017"/>
                </a:cubicBezTo>
                <a:cubicBezTo>
                  <a:pt x="2413" y="7010"/>
                  <a:pt x="2403" y="7002"/>
                  <a:pt x="2393" y="6997"/>
                </a:cubicBezTo>
                <a:cubicBezTo>
                  <a:pt x="2393" y="6996"/>
                  <a:pt x="2393" y="6996"/>
                  <a:pt x="2392" y="6996"/>
                </a:cubicBezTo>
                <a:lnTo>
                  <a:pt x="2392" y="6996"/>
                </a:lnTo>
                <a:cubicBezTo>
                  <a:pt x="2388" y="6992"/>
                  <a:pt x="2383" y="6988"/>
                  <a:pt x="2379" y="6984"/>
                </a:cubicBezTo>
                <a:cubicBezTo>
                  <a:pt x="2361" y="6969"/>
                  <a:pt x="2346" y="6955"/>
                  <a:pt x="2331" y="6938"/>
                </a:cubicBezTo>
                <a:cubicBezTo>
                  <a:pt x="2328" y="6935"/>
                  <a:pt x="2319" y="6924"/>
                  <a:pt x="2315" y="6919"/>
                </a:cubicBezTo>
                <a:lnTo>
                  <a:pt x="2315" y="6919"/>
                </a:lnTo>
                <a:cubicBezTo>
                  <a:pt x="2310" y="6912"/>
                  <a:pt x="2301" y="6900"/>
                  <a:pt x="2300" y="6897"/>
                </a:cubicBezTo>
                <a:cubicBezTo>
                  <a:pt x="2288" y="6880"/>
                  <a:pt x="2278" y="6861"/>
                  <a:pt x="2268" y="6841"/>
                </a:cubicBezTo>
                <a:cubicBezTo>
                  <a:pt x="2266" y="6838"/>
                  <a:pt x="2261" y="6827"/>
                  <a:pt x="2258" y="6821"/>
                </a:cubicBezTo>
                <a:lnTo>
                  <a:pt x="2258" y="6821"/>
                </a:lnTo>
                <a:cubicBezTo>
                  <a:pt x="2255" y="6814"/>
                  <a:pt x="2249" y="6798"/>
                  <a:pt x="2248" y="6794"/>
                </a:cubicBezTo>
                <a:cubicBezTo>
                  <a:pt x="2241" y="6774"/>
                  <a:pt x="2235" y="6752"/>
                  <a:pt x="2229" y="6730"/>
                </a:cubicBezTo>
                <a:cubicBezTo>
                  <a:pt x="2226" y="6719"/>
                  <a:pt x="2223" y="6707"/>
                  <a:pt x="2220" y="6694"/>
                </a:cubicBezTo>
                <a:cubicBezTo>
                  <a:pt x="2220" y="6691"/>
                  <a:pt x="2218" y="6679"/>
                  <a:pt x="2216" y="6670"/>
                </a:cubicBezTo>
                <a:lnTo>
                  <a:pt x="2216" y="6670"/>
                </a:lnTo>
                <a:cubicBezTo>
                  <a:pt x="2216" y="6670"/>
                  <a:pt x="2216" y="6670"/>
                  <a:pt x="2216" y="6670"/>
                </a:cubicBezTo>
                <a:cubicBezTo>
                  <a:pt x="2216" y="6670"/>
                  <a:pt x="2216" y="6669"/>
                  <a:pt x="2216" y="6666"/>
                </a:cubicBezTo>
                <a:cubicBezTo>
                  <a:pt x="2216" y="6663"/>
                  <a:pt x="2215" y="6662"/>
                  <a:pt x="2215" y="6662"/>
                </a:cubicBezTo>
                <a:lnTo>
                  <a:pt x="2215" y="6662"/>
                </a:lnTo>
                <a:cubicBezTo>
                  <a:pt x="2215" y="6662"/>
                  <a:pt x="2216" y="6666"/>
                  <a:pt x="2216" y="6670"/>
                </a:cubicBezTo>
                <a:lnTo>
                  <a:pt x="2216" y="6670"/>
                </a:lnTo>
                <a:cubicBezTo>
                  <a:pt x="2216" y="6668"/>
                  <a:pt x="2213" y="6650"/>
                  <a:pt x="2213" y="6646"/>
                </a:cubicBezTo>
                <a:cubicBezTo>
                  <a:pt x="2212" y="6633"/>
                  <a:pt x="2212" y="6621"/>
                  <a:pt x="2210" y="6608"/>
                </a:cubicBezTo>
                <a:cubicBezTo>
                  <a:pt x="2209" y="6582"/>
                  <a:pt x="2209" y="6556"/>
                  <a:pt x="2209" y="6530"/>
                </a:cubicBezTo>
                <a:cubicBezTo>
                  <a:pt x="2209" y="6505"/>
                  <a:pt x="2210" y="6477"/>
                  <a:pt x="2213" y="6451"/>
                </a:cubicBezTo>
                <a:cubicBezTo>
                  <a:pt x="2215" y="6438"/>
                  <a:pt x="2216" y="6425"/>
                  <a:pt x="2218" y="6411"/>
                </a:cubicBezTo>
                <a:cubicBezTo>
                  <a:pt x="2218" y="6408"/>
                  <a:pt x="2218" y="6405"/>
                  <a:pt x="2218" y="6402"/>
                </a:cubicBezTo>
                <a:lnTo>
                  <a:pt x="2218" y="6402"/>
                </a:lnTo>
                <a:cubicBezTo>
                  <a:pt x="2219" y="6401"/>
                  <a:pt x="2219" y="6398"/>
                  <a:pt x="2220" y="6394"/>
                </a:cubicBezTo>
                <a:cubicBezTo>
                  <a:pt x="2229" y="6339"/>
                  <a:pt x="2241" y="6284"/>
                  <a:pt x="2255" y="6230"/>
                </a:cubicBezTo>
                <a:cubicBezTo>
                  <a:pt x="2269" y="6176"/>
                  <a:pt x="2287" y="6120"/>
                  <a:pt x="2307" y="6067"/>
                </a:cubicBezTo>
                <a:cubicBezTo>
                  <a:pt x="2313" y="6053"/>
                  <a:pt x="2318" y="6040"/>
                  <a:pt x="2323" y="6027"/>
                </a:cubicBezTo>
                <a:lnTo>
                  <a:pt x="2329" y="6012"/>
                </a:lnTo>
                <a:lnTo>
                  <a:pt x="2329" y="6012"/>
                </a:lnTo>
                <a:cubicBezTo>
                  <a:pt x="2328" y="6015"/>
                  <a:pt x="2327" y="6018"/>
                  <a:pt x="2327" y="6018"/>
                </a:cubicBezTo>
                <a:cubicBezTo>
                  <a:pt x="2327" y="6018"/>
                  <a:pt x="2327" y="6016"/>
                  <a:pt x="2330" y="6009"/>
                </a:cubicBezTo>
                <a:lnTo>
                  <a:pt x="2330" y="6009"/>
                </a:lnTo>
                <a:lnTo>
                  <a:pt x="2329" y="6012"/>
                </a:lnTo>
                <a:lnTo>
                  <a:pt x="2329" y="6012"/>
                </a:lnTo>
                <a:cubicBezTo>
                  <a:pt x="2330" y="6009"/>
                  <a:pt x="2331" y="6007"/>
                  <a:pt x="2331" y="6005"/>
                </a:cubicBezTo>
                <a:cubicBezTo>
                  <a:pt x="2343" y="5979"/>
                  <a:pt x="2356" y="5953"/>
                  <a:pt x="2369" y="5926"/>
                </a:cubicBezTo>
                <a:cubicBezTo>
                  <a:pt x="2418" y="5824"/>
                  <a:pt x="2477" y="5726"/>
                  <a:pt x="2546" y="5634"/>
                </a:cubicBezTo>
                <a:cubicBezTo>
                  <a:pt x="2549" y="5630"/>
                  <a:pt x="2552" y="5625"/>
                  <a:pt x="2555" y="5621"/>
                </a:cubicBezTo>
                <a:lnTo>
                  <a:pt x="2555" y="5621"/>
                </a:lnTo>
                <a:cubicBezTo>
                  <a:pt x="2554" y="5622"/>
                  <a:pt x="2554" y="5623"/>
                  <a:pt x="2554" y="5623"/>
                </a:cubicBezTo>
                <a:cubicBezTo>
                  <a:pt x="2554" y="5623"/>
                  <a:pt x="2559" y="5616"/>
                  <a:pt x="2560" y="5615"/>
                </a:cubicBezTo>
                <a:lnTo>
                  <a:pt x="2560" y="5615"/>
                </a:lnTo>
                <a:cubicBezTo>
                  <a:pt x="2558" y="5617"/>
                  <a:pt x="2557" y="5619"/>
                  <a:pt x="2555" y="5621"/>
                </a:cubicBezTo>
                <a:lnTo>
                  <a:pt x="2555" y="5621"/>
                </a:lnTo>
                <a:cubicBezTo>
                  <a:pt x="2556" y="5620"/>
                  <a:pt x="2556" y="5619"/>
                  <a:pt x="2557" y="5618"/>
                </a:cubicBezTo>
                <a:cubicBezTo>
                  <a:pt x="2566" y="5608"/>
                  <a:pt x="2574" y="5596"/>
                  <a:pt x="2583" y="5586"/>
                </a:cubicBezTo>
                <a:cubicBezTo>
                  <a:pt x="2605" y="5562"/>
                  <a:pt x="2626" y="5537"/>
                  <a:pt x="2648" y="5513"/>
                </a:cubicBezTo>
                <a:cubicBezTo>
                  <a:pt x="2698" y="5457"/>
                  <a:pt x="2750" y="5404"/>
                  <a:pt x="2803" y="5352"/>
                </a:cubicBezTo>
                <a:cubicBezTo>
                  <a:pt x="2911" y="5245"/>
                  <a:pt x="3026" y="5146"/>
                  <a:pt x="3146" y="5054"/>
                </a:cubicBezTo>
                <a:cubicBezTo>
                  <a:pt x="3615" y="4688"/>
                  <a:pt x="4163" y="4418"/>
                  <a:pt x="4736" y="4261"/>
                </a:cubicBezTo>
                <a:cubicBezTo>
                  <a:pt x="4791" y="4246"/>
                  <a:pt x="4845" y="4232"/>
                  <a:pt x="4899" y="4219"/>
                </a:cubicBezTo>
                <a:close/>
                <a:moveTo>
                  <a:pt x="7193" y="5609"/>
                </a:moveTo>
                <a:cubicBezTo>
                  <a:pt x="7195" y="5632"/>
                  <a:pt x="7197" y="5656"/>
                  <a:pt x="7198" y="5680"/>
                </a:cubicBezTo>
                <a:cubicBezTo>
                  <a:pt x="7201" y="5748"/>
                  <a:pt x="7201" y="5815"/>
                  <a:pt x="7198" y="5883"/>
                </a:cubicBezTo>
                <a:cubicBezTo>
                  <a:pt x="7195" y="5950"/>
                  <a:pt x="7188" y="6020"/>
                  <a:pt x="7179" y="6070"/>
                </a:cubicBezTo>
                <a:cubicBezTo>
                  <a:pt x="7135" y="6358"/>
                  <a:pt x="7034" y="6661"/>
                  <a:pt x="6851" y="6893"/>
                </a:cubicBezTo>
                <a:cubicBezTo>
                  <a:pt x="6807" y="6951"/>
                  <a:pt x="6755" y="7005"/>
                  <a:pt x="6697" y="7050"/>
                </a:cubicBezTo>
                <a:cubicBezTo>
                  <a:pt x="6653" y="7086"/>
                  <a:pt x="6578" y="7129"/>
                  <a:pt x="6539" y="7146"/>
                </a:cubicBezTo>
                <a:cubicBezTo>
                  <a:pt x="6512" y="7156"/>
                  <a:pt x="6484" y="7165"/>
                  <a:pt x="6457" y="7172"/>
                </a:cubicBezTo>
                <a:cubicBezTo>
                  <a:pt x="6443" y="7177"/>
                  <a:pt x="6428" y="7179"/>
                  <a:pt x="6414" y="7181"/>
                </a:cubicBezTo>
                <a:cubicBezTo>
                  <a:pt x="6422" y="7180"/>
                  <a:pt x="6423" y="7180"/>
                  <a:pt x="6421" y="7180"/>
                </a:cubicBezTo>
                <a:cubicBezTo>
                  <a:pt x="6415" y="7180"/>
                  <a:pt x="6394" y="7181"/>
                  <a:pt x="6389" y="7181"/>
                </a:cubicBezTo>
                <a:cubicBezTo>
                  <a:pt x="6385" y="7181"/>
                  <a:pt x="6382" y="7181"/>
                  <a:pt x="6378" y="7181"/>
                </a:cubicBezTo>
                <a:cubicBezTo>
                  <a:pt x="6371" y="7181"/>
                  <a:pt x="6364" y="7181"/>
                  <a:pt x="6356" y="7181"/>
                </a:cubicBezTo>
                <a:cubicBezTo>
                  <a:pt x="6353" y="7181"/>
                  <a:pt x="6349" y="7180"/>
                  <a:pt x="6345" y="7180"/>
                </a:cubicBezTo>
                <a:lnTo>
                  <a:pt x="6345" y="7180"/>
                </a:lnTo>
                <a:cubicBezTo>
                  <a:pt x="6344" y="7180"/>
                  <a:pt x="6343" y="7180"/>
                  <a:pt x="6342" y="7179"/>
                </a:cubicBezTo>
                <a:cubicBezTo>
                  <a:pt x="6330" y="7177"/>
                  <a:pt x="6319" y="7174"/>
                  <a:pt x="6306" y="7171"/>
                </a:cubicBezTo>
                <a:cubicBezTo>
                  <a:pt x="6301" y="7169"/>
                  <a:pt x="6281" y="7160"/>
                  <a:pt x="6279" y="7160"/>
                </a:cubicBezTo>
                <a:lnTo>
                  <a:pt x="6279" y="7160"/>
                </a:lnTo>
                <a:cubicBezTo>
                  <a:pt x="6279" y="7160"/>
                  <a:pt x="6281" y="7161"/>
                  <a:pt x="6289" y="7165"/>
                </a:cubicBezTo>
                <a:cubicBezTo>
                  <a:pt x="6269" y="7156"/>
                  <a:pt x="6251" y="7145"/>
                  <a:pt x="6233" y="7134"/>
                </a:cubicBezTo>
                <a:lnTo>
                  <a:pt x="6233" y="7134"/>
                </a:lnTo>
                <a:cubicBezTo>
                  <a:pt x="6229" y="7131"/>
                  <a:pt x="6225" y="7128"/>
                  <a:pt x="6222" y="7125"/>
                </a:cubicBezTo>
                <a:cubicBezTo>
                  <a:pt x="6212" y="7116"/>
                  <a:pt x="6202" y="7106"/>
                  <a:pt x="6194" y="7096"/>
                </a:cubicBezTo>
                <a:cubicBezTo>
                  <a:pt x="6189" y="7091"/>
                  <a:pt x="6181" y="7082"/>
                  <a:pt x="6181" y="7082"/>
                </a:cubicBezTo>
                <a:lnTo>
                  <a:pt x="6181" y="7082"/>
                </a:lnTo>
                <a:cubicBezTo>
                  <a:pt x="6181" y="7082"/>
                  <a:pt x="6183" y="7084"/>
                  <a:pt x="6188" y="7090"/>
                </a:cubicBezTo>
                <a:cubicBezTo>
                  <a:pt x="6179" y="7080"/>
                  <a:pt x="6173" y="7070"/>
                  <a:pt x="6166" y="7060"/>
                </a:cubicBezTo>
                <a:cubicBezTo>
                  <a:pt x="6161" y="7048"/>
                  <a:pt x="6153" y="7038"/>
                  <a:pt x="6148" y="7027"/>
                </a:cubicBezTo>
                <a:cubicBezTo>
                  <a:pt x="6145" y="7023"/>
                  <a:pt x="6138" y="7005"/>
                  <a:pt x="6136" y="7001"/>
                </a:cubicBezTo>
                <a:lnTo>
                  <a:pt x="6136" y="7001"/>
                </a:lnTo>
                <a:cubicBezTo>
                  <a:pt x="6133" y="6994"/>
                  <a:pt x="6128" y="6979"/>
                  <a:pt x="6127" y="6975"/>
                </a:cubicBezTo>
                <a:cubicBezTo>
                  <a:pt x="6123" y="6962"/>
                  <a:pt x="6119" y="6949"/>
                  <a:pt x="6116" y="6936"/>
                </a:cubicBezTo>
                <a:cubicBezTo>
                  <a:pt x="6113" y="6923"/>
                  <a:pt x="6110" y="6910"/>
                  <a:pt x="6107" y="6897"/>
                </a:cubicBezTo>
                <a:cubicBezTo>
                  <a:pt x="6107" y="6897"/>
                  <a:pt x="6107" y="6896"/>
                  <a:pt x="6107" y="6895"/>
                </a:cubicBezTo>
                <a:lnTo>
                  <a:pt x="6107" y="6895"/>
                </a:lnTo>
                <a:cubicBezTo>
                  <a:pt x="6107" y="6894"/>
                  <a:pt x="6106" y="6879"/>
                  <a:pt x="6106" y="6877"/>
                </a:cubicBezTo>
                <a:cubicBezTo>
                  <a:pt x="6103" y="6848"/>
                  <a:pt x="6102" y="6820"/>
                  <a:pt x="6103" y="6791"/>
                </a:cubicBezTo>
                <a:cubicBezTo>
                  <a:pt x="6103" y="6775"/>
                  <a:pt x="6104" y="6761"/>
                  <a:pt x="6106" y="6745"/>
                </a:cubicBezTo>
                <a:cubicBezTo>
                  <a:pt x="6106" y="6745"/>
                  <a:pt x="6108" y="6732"/>
                  <a:pt x="6107" y="6732"/>
                </a:cubicBezTo>
                <a:lnTo>
                  <a:pt x="6107" y="6732"/>
                </a:lnTo>
                <a:cubicBezTo>
                  <a:pt x="6108" y="6727"/>
                  <a:pt x="6109" y="6722"/>
                  <a:pt x="6109" y="6720"/>
                </a:cubicBezTo>
                <a:cubicBezTo>
                  <a:pt x="6161" y="6435"/>
                  <a:pt x="6379" y="6207"/>
                  <a:pt x="6601" y="6018"/>
                </a:cubicBezTo>
                <a:cubicBezTo>
                  <a:pt x="6788" y="5860"/>
                  <a:pt x="6987" y="5728"/>
                  <a:pt x="7193" y="5609"/>
                </a:cubicBezTo>
                <a:close/>
                <a:moveTo>
                  <a:pt x="2427" y="1"/>
                </a:moveTo>
                <a:cubicBezTo>
                  <a:pt x="2230" y="1"/>
                  <a:pt x="2033" y="23"/>
                  <a:pt x="1841" y="68"/>
                </a:cubicBezTo>
                <a:cubicBezTo>
                  <a:pt x="1481" y="153"/>
                  <a:pt x="1135" y="322"/>
                  <a:pt x="850" y="563"/>
                </a:cubicBezTo>
                <a:cubicBezTo>
                  <a:pt x="544" y="820"/>
                  <a:pt x="319" y="1164"/>
                  <a:pt x="186" y="1541"/>
                </a:cubicBezTo>
                <a:cubicBezTo>
                  <a:pt x="23" y="1999"/>
                  <a:pt x="0" y="2501"/>
                  <a:pt x="60" y="2982"/>
                </a:cubicBezTo>
                <a:cubicBezTo>
                  <a:pt x="98" y="3284"/>
                  <a:pt x="164" y="3580"/>
                  <a:pt x="253" y="3873"/>
                </a:cubicBezTo>
                <a:cubicBezTo>
                  <a:pt x="272" y="3935"/>
                  <a:pt x="323" y="3963"/>
                  <a:pt x="374" y="3963"/>
                </a:cubicBezTo>
                <a:cubicBezTo>
                  <a:pt x="452" y="3963"/>
                  <a:pt x="532" y="3900"/>
                  <a:pt x="502" y="3803"/>
                </a:cubicBezTo>
                <a:lnTo>
                  <a:pt x="502" y="3803"/>
                </a:lnTo>
                <a:lnTo>
                  <a:pt x="502" y="3805"/>
                </a:lnTo>
                <a:cubicBezTo>
                  <a:pt x="344" y="3287"/>
                  <a:pt x="253" y="2773"/>
                  <a:pt x="301" y="2231"/>
                </a:cubicBezTo>
                <a:cubicBezTo>
                  <a:pt x="304" y="2205"/>
                  <a:pt x="307" y="2179"/>
                  <a:pt x="309" y="2153"/>
                </a:cubicBezTo>
                <a:cubicBezTo>
                  <a:pt x="311" y="2139"/>
                  <a:pt x="312" y="2124"/>
                  <a:pt x="314" y="2111"/>
                </a:cubicBezTo>
                <a:lnTo>
                  <a:pt x="314" y="2111"/>
                </a:lnTo>
                <a:cubicBezTo>
                  <a:pt x="313" y="2117"/>
                  <a:pt x="313" y="2119"/>
                  <a:pt x="313" y="2119"/>
                </a:cubicBezTo>
                <a:cubicBezTo>
                  <a:pt x="313" y="2119"/>
                  <a:pt x="317" y="2092"/>
                  <a:pt x="318" y="2087"/>
                </a:cubicBezTo>
                <a:cubicBezTo>
                  <a:pt x="325" y="2033"/>
                  <a:pt x="335" y="1980"/>
                  <a:pt x="347" y="1928"/>
                </a:cubicBezTo>
                <a:cubicBezTo>
                  <a:pt x="367" y="1829"/>
                  <a:pt x="394" y="1731"/>
                  <a:pt x="427" y="1636"/>
                </a:cubicBezTo>
                <a:cubicBezTo>
                  <a:pt x="443" y="1590"/>
                  <a:pt x="461" y="1544"/>
                  <a:pt x="479" y="1498"/>
                </a:cubicBezTo>
                <a:cubicBezTo>
                  <a:pt x="481" y="1495"/>
                  <a:pt x="481" y="1493"/>
                  <a:pt x="481" y="1493"/>
                </a:cubicBezTo>
                <a:lnTo>
                  <a:pt x="481" y="1493"/>
                </a:lnTo>
                <a:cubicBezTo>
                  <a:pt x="481" y="1493"/>
                  <a:pt x="481" y="1494"/>
                  <a:pt x="481" y="1494"/>
                </a:cubicBezTo>
                <a:lnTo>
                  <a:pt x="481" y="1494"/>
                </a:lnTo>
                <a:cubicBezTo>
                  <a:pt x="482" y="1491"/>
                  <a:pt x="483" y="1489"/>
                  <a:pt x="484" y="1487"/>
                </a:cubicBezTo>
                <a:cubicBezTo>
                  <a:pt x="489" y="1475"/>
                  <a:pt x="494" y="1464"/>
                  <a:pt x="499" y="1454"/>
                </a:cubicBezTo>
                <a:cubicBezTo>
                  <a:pt x="509" y="1432"/>
                  <a:pt x="520" y="1410"/>
                  <a:pt x="530" y="1389"/>
                </a:cubicBezTo>
                <a:cubicBezTo>
                  <a:pt x="571" y="1305"/>
                  <a:pt x="617" y="1226"/>
                  <a:pt x="669" y="1148"/>
                </a:cubicBezTo>
                <a:cubicBezTo>
                  <a:pt x="681" y="1131"/>
                  <a:pt x="694" y="1114"/>
                  <a:pt x="705" y="1097"/>
                </a:cubicBezTo>
                <a:cubicBezTo>
                  <a:pt x="712" y="1088"/>
                  <a:pt x="718" y="1079"/>
                  <a:pt x="725" y="1069"/>
                </a:cubicBezTo>
                <a:cubicBezTo>
                  <a:pt x="728" y="1065"/>
                  <a:pt x="740" y="1051"/>
                  <a:pt x="743" y="1046"/>
                </a:cubicBezTo>
                <a:lnTo>
                  <a:pt x="743" y="1046"/>
                </a:lnTo>
                <a:cubicBezTo>
                  <a:pt x="747" y="1041"/>
                  <a:pt x="753" y="1034"/>
                  <a:pt x="756" y="1032"/>
                </a:cubicBezTo>
                <a:cubicBezTo>
                  <a:pt x="761" y="1023"/>
                  <a:pt x="767" y="1016"/>
                  <a:pt x="773" y="1009"/>
                </a:cubicBezTo>
                <a:cubicBezTo>
                  <a:pt x="789" y="990"/>
                  <a:pt x="804" y="973"/>
                  <a:pt x="820" y="956"/>
                </a:cubicBezTo>
                <a:cubicBezTo>
                  <a:pt x="878" y="889"/>
                  <a:pt x="940" y="828"/>
                  <a:pt x="1006" y="771"/>
                </a:cubicBezTo>
                <a:cubicBezTo>
                  <a:pt x="1020" y="757"/>
                  <a:pt x="1036" y="744"/>
                  <a:pt x="1052" y="733"/>
                </a:cubicBezTo>
                <a:cubicBezTo>
                  <a:pt x="1059" y="725"/>
                  <a:pt x="1068" y="718"/>
                  <a:pt x="1076" y="711"/>
                </a:cubicBezTo>
                <a:lnTo>
                  <a:pt x="1084" y="706"/>
                </a:lnTo>
                <a:lnTo>
                  <a:pt x="1084" y="706"/>
                </a:lnTo>
                <a:cubicBezTo>
                  <a:pt x="1084" y="706"/>
                  <a:pt x="1085" y="705"/>
                  <a:pt x="1086" y="704"/>
                </a:cubicBezTo>
                <a:cubicBezTo>
                  <a:pt x="1121" y="678"/>
                  <a:pt x="1156" y="652"/>
                  <a:pt x="1192" y="629"/>
                </a:cubicBezTo>
                <a:cubicBezTo>
                  <a:pt x="1262" y="581"/>
                  <a:pt x="1335" y="538"/>
                  <a:pt x="1410" y="499"/>
                </a:cubicBezTo>
                <a:cubicBezTo>
                  <a:pt x="1446" y="481"/>
                  <a:pt x="1484" y="463"/>
                  <a:pt x="1521" y="446"/>
                </a:cubicBezTo>
                <a:cubicBezTo>
                  <a:pt x="1530" y="442"/>
                  <a:pt x="1538" y="438"/>
                  <a:pt x="1547" y="435"/>
                </a:cubicBezTo>
                <a:lnTo>
                  <a:pt x="1547" y="435"/>
                </a:lnTo>
                <a:cubicBezTo>
                  <a:pt x="1550" y="433"/>
                  <a:pt x="1554" y="432"/>
                  <a:pt x="1557" y="430"/>
                </a:cubicBezTo>
                <a:cubicBezTo>
                  <a:pt x="1576" y="423"/>
                  <a:pt x="1596" y="415"/>
                  <a:pt x="1616" y="407"/>
                </a:cubicBezTo>
                <a:cubicBezTo>
                  <a:pt x="1694" y="379"/>
                  <a:pt x="1774" y="353"/>
                  <a:pt x="1856" y="331"/>
                </a:cubicBezTo>
                <a:cubicBezTo>
                  <a:pt x="1938" y="311"/>
                  <a:pt x="2020" y="294"/>
                  <a:pt x="2104" y="282"/>
                </a:cubicBezTo>
                <a:cubicBezTo>
                  <a:pt x="2106" y="282"/>
                  <a:pt x="2111" y="281"/>
                  <a:pt x="2116" y="280"/>
                </a:cubicBezTo>
                <a:lnTo>
                  <a:pt x="2116" y="280"/>
                </a:lnTo>
                <a:cubicBezTo>
                  <a:pt x="2116" y="280"/>
                  <a:pt x="2116" y="280"/>
                  <a:pt x="2116" y="280"/>
                </a:cubicBezTo>
                <a:cubicBezTo>
                  <a:pt x="2116" y="280"/>
                  <a:pt x="2118" y="280"/>
                  <a:pt x="2123" y="279"/>
                </a:cubicBezTo>
                <a:cubicBezTo>
                  <a:pt x="2127" y="279"/>
                  <a:pt x="2129" y="278"/>
                  <a:pt x="2128" y="278"/>
                </a:cubicBezTo>
                <a:lnTo>
                  <a:pt x="2128" y="278"/>
                </a:lnTo>
                <a:cubicBezTo>
                  <a:pt x="2128" y="278"/>
                  <a:pt x="2122" y="279"/>
                  <a:pt x="2116" y="280"/>
                </a:cubicBezTo>
                <a:lnTo>
                  <a:pt x="2116" y="280"/>
                </a:lnTo>
                <a:cubicBezTo>
                  <a:pt x="2115" y="280"/>
                  <a:pt x="2138" y="276"/>
                  <a:pt x="2140" y="276"/>
                </a:cubicBezTo>
                <a:cubicBezTo>
                  <a:pt x="2161" y="274"/>
                  <a:pt x="2182" y="272"/>
                  <a:pt x="2203" y="271"/>
                </a:cubicBezTo>
                <a:cubicBezTo>
                  <a:pt x="2245" y="266"/>
                  <a:pt x="2287" y="263"/>
                  <a:pt x="2328" y="262"/>
                </a:cubicBezTo>
                <a:cubicBezTo>
                  <a:pt x="2363" y="260"/>
                  <a:pt x="2398" y="259"/>
                  <a:pt x="2433" y="259"/>
                </a:cubicBezTo>
                <a:cubicBezTo>
                  <a:pt x="2482" y="259"/>
                  <a:pt x="2530" y="261"/>
                  <a:pt x="2579" y="263"/>
                </a:cubicBezTo>
                <a:cubicBezTo>
                  <a:pt x="2620" y="266"/>
                  <a:pt x="2661" y="271"/>
                  <a:pt x="2703" y="275"/>
                </a:cubicBezTo>
                <a:cubicBezTo>
                  <a:pt x="2711" y="275"/>
                  <a:pt x="2720" y="276"/>
                  <a:pt x="2730" y="278"/>
                </a:cubicBezTo>
                <a:cubicBezTo>
                  <a:pt x="2732" y="278"/>
                  <a:pt x="2734" y="278"/>
                  <a:pt x="2737" y="278"/>
                </a:cubicBezTo>
                <a:lnTo>
                  <a:pt x="2737" y="278"/>
                </a:lnTo>
                <a:cubicBezTo>
                  <a:pt x="2758" y="282"/>
                  <a:pt x="2780" y="285"/>
                  <a:pt x="2800" y="288"/>
                </a:cubicBezTo>
                <a:cubicBezTo>
                  <a:pt x="2962" y="315"/>
                  <a:pt x="3121" y="360"/>
                  <a:pt x="3274" y="420"/>
                </a:cubicBezTo>
                <a:cubicBezTo>
                  <a:pt x="3282" y="423"/>
                  <a:pt x="3290" y="428"/>
                  <a:pt x="3298" y="430"/>
                </a:cubicBezTo>
                <a:cubicBezTo>
                  <a:pt x="3303" y="432"/>
                  <a:pt x="3304" y="433"/>
                  <a:pt x="3305" y="433"/>
                </a:cubicBezTo>
                <a:cubicBezTo>
                  <a:pt x="3305" y="433"/>
                  <a:pt x="3294" y="428"/>
                  <a:pt x="3295" y="428"/>
                </a:cubicBezTo>
                <a:lnTo>
                  <a:pt x="3295" y="428"/>
                </a:lnTo>
                <a:cubicBezTo>
                  <a:pt x="3295" y="428"/>
                  <a:pt x="3297" y="429"/>
                  <a:pt x="3304" y="432"/>
                </a:cubicBezTo>
                <a:cubicBezTo>
                  <a:pt x="3323" y="442"/>
                  <a:pt x="3343" y="451"/>
                  <a:pt x="3363" y="459"/>
                </a:cubicBezTo>
                <a:cubicBezTo>
                  <a:pt x="3398" y="476"/>
                  <a:pt x="3434" y="494"/>
                  <a:pt x="3468" y="512"/>
                </a:cubicBezTo>
                <a:cubicBezTo>
                  <a:pt x="3575" y="570"/>
                  <a:pt x="3678" y="638"/>
                  <a:pt x="3775" y="711"/>
                </a:cubicBezTo>
                <a:cubicBezTo>
                  <a:pt x="3978" y="864"/>
                  <a:pt x="4178" y="1075"/>
                  <a:pt x="4324" y="1281"/>
                </a:cubicBezTo>
                <a:cubicBezTo>
                  <a:pt x="4654" y="1746"/>
                  <a:pt x="4839" y="2287"/>
                  <a:pt x="4920" y="2852"/>
                </a:cubicBezTo>
                <a:cubicBezTo>
                  <a:pt x="4970" y="3209"/>
                  <a:pt x="4973" y="3578"/>
                  <a:pt x="4935" y="3944"/>
                </a:cubicBezTo>
                <a:lnTo>
                  <a:pt x="4935" y="3944"/>
                </a:lnTo>
                <a:cubicBezTo>
                  <a:pt x="4590" y="4016"/>
                  <a:pt x="4254" y="4133"/>
                  <a:pt x="3937" y="4277"/>
                </a:cubicBezTo>
                <a:cubicBezTo>
                  <a:pt x="3645" y="4411"/>
                  <a:pt x="3366" y="4572"/>
                  <a:pt x="3105" y="4760"/>
                </a:cubicBezTo>
                <a:cubicBezTo>
                  <a:pt x="2846" y="4950"/>
                  <a:pt x="2603" y="5159"/>
                  <a:pt x="2400" y="5404"/>
                </a:cubicBezTo>
                <a:cubicBezTo>
                  <a:pt x="2098" y="5765"/>
                  <a:pt x="1875" y="6292"/>
                  <a:pt x="1973" y="6769"/>
                </a:cubicBezTo>
                <a:cubicBezTo>
                  <a:pt x="2018" y="6991"/>
                  <a:pt x="2161" y="7187"/>
                  <a:pt x="2370" y="7280"/>
                </a:cubicBezTo>
                <a:cubicBezTo>
                  <a:pt x="2500" y="7339"/>
                  <a:pt x="2638" y="7364"/>
                  <a:pt x="2777" y="7364"/>
                </a:cubicBezTo>
                <a:cubicBezTo>
                  <a:pt x="2921" y="7364"/>
                  <a:pt x="3066" y="7337"/>
                  <a:pt x="3203" y="7293"/>
                </a:cubicBezTo>
                <a:cubicBezTo>
                  <a:pt x="3504" y="7198"/>
                  <a:pt x="3783" y="7030"/>
                  <a:pt x="4015" y="6817"/>
                </a:cubicBezTo>
                <a:cubicBezTo>
                  <a:pt x="4245" y="6602"/>
                  <a:pt x="4426" y="6300"/>
                  <a:pt x="4576" y="6012"/>
                </a:cubicBezTo>
                <a:cubicBezTo>
                  <a:pt x="4874" y="5437"/>
                  <a:pt x="5078" y="4809"/>
                  <a:pt x="5168" y="4166"/>
                </a:cubicBezTo>
                <a:lnTo>
                  <a:pt x="5168" y="4166"/>
                </a:lnTo>
                <a:cubicBezTo>
                  <a:pt x="5295" y="4146"/>
                  <a:pt x="5423" y="4133"/>
                  <a:pt x="5556" y="4129"/>
                </a:cubicBezTo>
                <a:cubicBezTo>
                  <a:pt x="5589" y="4127"/>
                  <a:pt x="5622" y="4127"/>
                  <a:pt x="5656" y="4127"/>
                </a:cubicBezTo>
                <a:cubicBezTo>
                  <a:pt x="5689" y="4127"/>
                  <a:pt x="5722" y="4127"/>
                  <a:pt x="5756" y="4129"/>
                </a:cubicBezTo>
                <a:cubicBezTo>
                  <a:pt x="5786" y="4129"/>
                  <a:pt x="5817" y="4132"/>
                  <a:pt x="5847" y="4134"/>
                </a:cubicBezTo>
                <a:cubicBezTo>
                  <a:pt x="5887" y="4139"/>
                  <a:pt x="5884" y="4137"/>
                  <a:pt x="5927" y="4145"/>
                </a:cubicBezTo>
                <a:cubicBezTo>
                  <a:pt x="5989" y="4156"/>
                  <a:pt x="6051" y="4170"/>
                  <a:pt x="6112" y="4189"/>
                </a:cubicBezTo>
                <a:cubicBezTo>
                  <a:pt x="6139" y="4198"/>
                  <a:pt x="6166" y="4206"/>
                  <a:pt x="6192" y="4216"/>
                </a:cubicBezTo>
                <a:cubicBezTo>
                  <a:pt x="6208" y="4222"/>
                  <a:pt x="6221" y="4227"/>
                  <a:pt x="6235" y="4232"/>
                </a:cubicBezTo>
                <a:cubicBezTo>
                  <a:pt x="6260" y="4242"/>
                  <a:pt x="6243" y="4235"/>
                  <a:pt x="6266" y="4245"/>
                </a:cubicBezTo>
                <a:cubicBezTo>
                  <a:pt x="6493" y="4352"/>
                  <a:pt x="6664" y="4484"/>
                  <a:pt x="6824" y="4680"/>
                </a:cubicBezTo>
                <a:cubicBezTo>
                  <a:pt x="6828" y="4685"/>
                  <a:pt x="6843" y="4703"/>
                  <a:pt x="6843" y="4703"/>
                </a:cubicBezTo>
                <a:cubicBezTo>
                  <a:pt x="6843" y="4703"/>
                  <a:pt x="6843" y="4703"/>
                  <a:pt x="6843" y="4703"/>
                </a:cubicBezTo>
                <a:cubicBezTo>
                  <a:pt x="6841" y="4701"/>
                  <a:pt x="6840" y="4700"/>
                  <a:pt x="6840" y="4700"/>
                </a:cubicBezTo>
                <a:lnTo>
                  <a:pt x="6840" y="4700"/>
                </a:lnTo>
                <a:cubicBezTo>
                  <a:pt x="6840" y="4700"/>
                  <a:pt x="6852" y="4715"/>
                  <a:pt x="6853" y="4716"/>
                </a:cubicBezTo>
                <a:cubicBezTo>
                  <a:pt x="6856" y="4722"/>
                  <a:pt x="6860" y="4727"/>
                  <a:pt x="6864" y="4732"/>
                </a:cubicBezTo>
                <a:cubicBezTo>
                  <a:pt x="6881" y="4758"/>
                  <a:pt x="6900" y="4783"/>
                  <a:pt x="6916" y="4809"/>
                </a:cubicBezTo>
                <a:cubicBezTo>
                  <a:pt x="6951" y="4861"/>
                  <a:pt x="6982" y="4916"/>
                  <a:pt x="7010" y="4972"/>
                </a:cubicBezTo>
                <a:cubicBezTo>
                  <a:pt x="7066" y="5081"/>
                  <a:pt x="7105" y="5182"/>
                  <a:pt x="7138" y="5310"/>
                </a:cubicBezTo>
                <a:cubicBezTo>
                  <a:pt x="7140" y="5318"/>
                  <a:pt x="7142" y="5327"/>
                  <a:pt x="7144" y="5335"/>
                </a:cubicBezTo>
                <a:lnTo>
                  <a:pt x="7144" y="5335"/>
                </a:lnTo>
                <a:cubicBezTo>
                  <a:pt x="6849" y="5499"/>
                  <a:pt x="6570" y="5691"/>
                  <a:pt x="6326" y="5917"/>
                </a:cubicBezTo>
                <a:cubicBezTo>
                  <a:pt x="6086" y="6139"/>
                  <a:pt x="5878" y="6411"/>
                  <a:pt x="5847" y="6745"/>
                </a:cubicBezTo>
                <a:cubicBezTo>
                  <a:pt x="5824" y="6985"/>
                  <a:pt x="5917" y="7266"/>
                  <a:pt x="6145" y="7382"/>
                </a:cubicBezTo>
                <a:cubicBezTo>
                  <a:pt x="6221" y="7421"/>
                  <a:pt x="6300" y="7438"/>
                  <a:pt x="6380" y="7438"/>
                </a:cubicBezTo>
                <a:cubicBezTo>
                  <a:pt x="6590" y="7438"/>
                  <a:pt x="6800" y="7318"/>
                  <a:pt x="6949" y="7171"/>
                </a:cubicBezTo>
                <a:cubicBezTo>
                  <a:pt x="7185" y="6936"/>
                  <a:pt x="7326" y="6607"/>
                  <a:pt x="7401" y="6287"/>
                </a:cubicBezTo>
                <a:cubicBezTo>
                  <a:pt x="7462" y="6022"/>
                  <a:pt x="7474" y="5745"/>
                  <a:pt x="7435" y="5475"/>
                </a:cubicBezTo>
                <a:lnTo>
                  <a:pt x="7435" y="5475"/>
                </a:lnTo>
                <a:cubicBezTo>
                  <a:pt x="7870" y="5247"/>
                  <a:pt x="8329" y="5077"/>
                  <a:pt x="8818" y="4975"/>
                </a:cubicBezTo>
                <a:cubicBezTo>
                  <a:pt x="9065" y="4924"/>
                  <a:pt x="9300" y="4894"/>
                  <a:pt x="9556" y="4894"/>
                </a:cubicBezTo>
                <a:cubicBezTo>
                  <a:pt x="9574" y="4894"/>
                  <a:pt x="9591" y="4894"/>
                  <a:pt x="9608" y="4894"/>
                </a:cubicBezTo>
                <a:cubicBezTo>
                  <a:pt x="9673" y="4896"/>
                  <a:pt x="9739" y="4899"/>
                  <a:pt x="9804" y="4904"/>
                </a:cubicBezTo>
                <a:cubicBezTo>
                  <a:pt x="9834" y="4906"/>
                  <a:pt x="9865" y="4909"/>
                  <a:pt x="9893" y="4913"/>
                </a:cubicBezTo>
                <a:cubicBezTo>
                  <a:pt x="9895" y="4913"/>
                  <a:pt x="9903" y="4914"/>
                  <a:pt x="9909" y="4914"/>
                </a:cubicBezTo>
                <a:lnTo>
                  <a:pt x="9909" y="4914"/>
                </a:lnTo>
                <a:cubicBezTo>
                  <a:pt x="9913" y="4915"/>
                  <a:pt x="9921" y="4916"/>
                  <a:pt x="9921" y="4916"/>
                </a:cubicBezTo>
                <a:cubicBezTo>
                  <a:pt x="9939" y="4919"/>
                  <a:pt x="9957" y="4922"/>
                  <a:pt x="9975" y="4924"/>
                </a:cubicBezTo>
                <a:cubicBezTo>
                  <a:pt x="10099" y="4945"/>
                  <a:pt x="10221" y="4975"/>
                  <a:pt x="10339" y="5017"/>
                </a:cubicBezTo>
                <a:cubicBezTo>
                  <a:pt x="10401" y="5040"/>
                  <a:pt x="10426" y="5050"/>
                  <a:pt x="10479" y="5074"/>
                </a:cubicBezTo>
                <a:cubicBezTo>
                  <a:pt x="10534" y="5100"/>
                  <a:pt x="10586" y="5127"/>
                  <a:pt x="10636" y="5158"/>
                </a:cubicBezTo>
                <a:cubicBezTo>
                  <a:pt x="10747" y="5225"/>
                  <a:pt x="10817" y="5281"/>
                  <a:pt x="10909" y="5371"/>
                </a:cubicBezTo>
                <a:cubicBezTo>
                  <a:pt x="10936" y="5396"/>
                  <a:pt x="10966" y="5407"/>
                  <a:pt x="10995" y="5407"/>
                </a:cubicBezTo>
                <a:cubicBezTo>
                  <a:pt x="11096" y="5407"/>
                  <a:pt x="11185" y="5278"/>
                  <a:pt x="11092" y="5188"/>
                </a:cubicBezTo>
                <a:cubicBezTo>
                  <a:pt x="10691" y="4796"/>
                  <a:pt x="10138" y="4640"/>
                  <a:pt x="9587" y="4635"/>
                </a:cubicBezTo>
                <a:cubicBezTo>
                  <a:pt x="9578" y="4635"/>
                  <a:pt x="9570" y="4635"/>
                  <a:pt x="9561" y="4635"/>
                </a:cubicBezTo>
                <a:cubicBezTo>
                  <a:pt x="8986" y="4635"/>
                  <a:pt x="8411" y="4779"/>
                  <a:pt x="7877" y="4991"/>
                </a:cubicBezTo>
                <a:cubicBezTo>
                  <a:pt x="7710" y="5057"/>
                  <a:pt x="7543" y="5130"/>
                  <a:pt x="7379" y="5212"/>
                </a:cubicBezTo>
                <a:lnTo>
                  <a:pt x="7379" y="5212"/>
                </a:lnTo>
                <a:cubicBezTo>
                  <a:pt x="7322" y="5009"/>
                  <a:pt x="7233" y="4815"/>
                  <a:pt x="7113" y="4640"/>
                </a:cubicBezTo>
                <a:cubicBezTo>
                  <a:pt x="6799" y="4180"/>
                  <a:pt x="6294" y="3884"/>
                  <a:pt x="5735" y="3868"/>
                </a:cubicBezTo>
                <a:cubicBezTo>
                  <a:pt x="5706" y="3867"/>
                  <a:pt x="5678" y="3867"/>
                  <a:pt x="5649" y="3867"/>
                </a:cubicBezTo>
                <a:cubicBezTo>
                  <a:pt x="5499" y="3867"/>
                  <a:pt x="5348" y="3878"/>
                  <a:pt x="5199" y="3898"/>
                </a:cubicBezTo>
                <a:lnTo>
                  <a:pt x="5199" y="3898"/>
                </a:lnTo>
                <a:cubicBezTo>
                  <a:pt x="5252" y="3294"/>
                  <a:pt x="5198" y="2672"/>
                  <a:pt x="5011" y="2094"/>
                </a:cubicBezTo>
                <a:cubicBezTo>
                  <a:pt x="4827" y="1525"/>
                  <a:pt x="4511" y="993"/>
                  <a:pt x="4054" y="605"/>
                </a:cubicBezTo>
                <a:cubicBezTo>
                  <a:pt x="3729" y="331"/>
                  <a:pt x="3352" y="133"/>
                  <a:pt x="2934" y="50"/>
                </a:cubicBezTo>
                <a:cubicBezTo>
                  <a:pt x="2767" y="17"/>
                  <a:pt x="2597" y="1"/>
                  <a:pt x="2427" y="1"/>
                </a:cubicBezTo>
                <a:close/>
              </a:path>
            </a:pathLst>
          </a:custGeom>
          <a:solidFill>
            <a:schemeClr val="dk2"/>
          </a:solidFill>
          <a:ln w="9525">
            <a:solidFill>
              <a:srgbClr val="06B2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 hasCustomPrompt="1"/>
          </p:nvPr>
        </p:nvSpPr>
        <p:spPr>
          <a:xfrm>
            <a:off x="2347920" y="539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7" name="Google Shape;2375;p29"/>
          <p:cNvSpPr/>
          <p:nvPr/>
        </p:nvSpPr>
        <p:spPr>
          <a:xfrm>
            <a:off x="2099160" y="37645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GB" sz="12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CREDITS: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This presentation template was created by </a:t>
            </a:r>
            <a:r>
              <a:rPr lang="en-GB" sz="1200" b="1" u="sng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  <a:hlinkClick r:id="rId2"/>
              </a:rPr>
              <a:t>Slidesgo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, and includes icons by </a:t>
            </a:r>
            <a:r>
              <a:rPr lang="en-GB" sz="1200" b="1" u="sng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  <a:hlinkClick r:id="rId3"/>
              </a:rPr>
              <a:t>Flaticon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, and infographics &amp; images by </a:t>
            </a:r>
            <a:r>
              <a:rPr lang="en-GB" sz="1200" b="1" u="sng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  <a:hlinkClick r:id="rId4"/>
              </a:rPr>
              <a:t>Freepik</a:t>
            </a:r>
            <a:r>
              <a:rPr lang="en-GB" sz="1200" b="0" u="sng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8" name="Google Shape;2376;p29"/>
          <p:cNvGrpSpPr/>
          <p:nvPr/>
        </p:nvGrpSpPr>
        <p:grpSpPr>
          <a:xfrm>
            <a:off x="8031960" y="-438120"/>
            <a:ext cx="1941120" cy="1954800"/>
            <a:chOff x="8031960" y="-438120"/>
            <a:chExt cx="1941120" cy="1954800"/>
          </a:xfrm>
        </p:grpSpPr>
        <p:sp>
          <p:nvSpPr>
            <p:cNvPr id="249" name="Google Shape;2377;p29"/>
            <p:cNvSpPr/>
            <p:nvPr/>
          </p:nvSpPr>
          <p:spPr>
            <a:xfrm>
              <a:off x="8085600" y="-36000"/>
              <a:ext cx="1086840" cy="1409400"/>
            </a:xfrm>
            <a:custGeom>
              <a:avLst/>
              <a:gdLst>
                <a:gd name="textAreaLeft" fmla="*/ 0 w 1086840"/>
                <a:gd name="textAreaRight" fmla="*/ 1087200 w 1086840"/>
                <a:gd name="textAreaTop" fmla="*/ 0 h 1409400"/>
                <a:gd name="textAreaBottom" fmla="*/ 1409760 h 1409400"/>
              </a:gdLst>
              <a:ahLst/>
              <a:cxnLst/>
              <a:rect l="textAreaLeft" t="textAreaTop" r="textAreaRight" b="textAreaBottom"/>
              <a:pathLst>
                <a:path w="28187" h="36548">
                  <a:moveTo>
                    <a:pt x="2370" y="2804"/>
                  </a:moveTo>
                  <a:cubicBezTo>
                    <a:pt x="2388" y="2804"/>
                    <a:pt x="2406" y="2805"/>
                    <a:pt x="2423" y="2806"/>
                  </a:cubicBezTo>
                  <a:cubicBezTo>
                    <a:pt x="2974" y="2836"/>
                    <a:pt x="3396" y="3305"/>
                    <a:pt x="3367" y="3856"/>
                  </a:cubicBezTo>
                  <a:cubicBezTo>
                    <a:pt x="3338" y="4387"/>
                    <a:pt x="2899" y="4800"/>
                    <a:pt x="2372" y="4800"/>
                  </a:cubicBezTo>
                  <a:cubicBezTo>
                    <a:pt x="2354" y="4800"/>
                    <a:pt x="2335" y="4800"/>
                    <a:pt x="2317" y="4799"/>
                  </a:cubicBezTo>
                  <a:cubicBezTo>
                    <a:pt x="1767" y="4770"/>
                    <a:pt x="1344" y="4299"/>
                    <a:pt x="1374" y="3750"/>
                  </a:cubicBezTo>
                  <a:cubicBezTo>
                    <a:pt x="1402" y="3216"/>
                    <a:pt x="1844" y="2804"/>
                    <a:pt x="2370" y="2804"/>
                  </a:cubicBezTo>
                  <a:close/>
                  <a:moveTo>
                    <a:pt x="4319" y="1"/>
                  </a:moveTo>
                  <a:lnTo>
                    <a:pt x="3477" y="188"/>
                  </a:lnTo>
                  <a:lnTo>
                    <a:pt x="0" y="4226"/>
                  </a:lnTo>
                  <a:lnTo>
                    <a:pt x="27842" y="36548"/>
                  </a:lnTo>
                  <a:lnTo>
                    <a:pt x="28186" y="36079"/>
                  </a:lnTo>
                  <a:lnTo>
                    <a:pt x="431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2378;p29"/>
            <p:cNvSpPr/>
            <p:nvPr/>
          </p:nvSpPr>
          <p:spPr>
            <a:xfrm>
              <a:off x="8031960" y="-28800"/>
              <a:ext cx="1127160" cy="1545480"/>
            </a:xfrm>
            <a:custGeom>
              <a:avLst/>
              <a:gdLst>
                <a:gd name="textAreaLeft" fmla="*/ 0 w 1127160"/>
                <a:gd name="textAreaRight" fmla="*/ 1127520 w 1127160"/>
                <a:gd name="textAreaTop" fmla="*/ 0 h 1545480"/>
                <a:gd name="textAreaBottom" fmla="*/ 1545840 h 1545480"/>
              </a:gdLst>
              <a:ahLst/>
              <a:cxnLst/>
              <a:rect l="textAreaLeft" t="textAreaTop" r="textAreaRight" b="textAreaBottom"/>
              <a:pathLst>
                <a:path w="29232" h="40078">
                  <a:moveTo>
                    <a:pt x="3345" y="2895"/>
                  </a:moveTo>
                  <a:cubicBezTo>
                    <a:pt x="3363" y="2895"/>
                    <a:pt x="3380" y="2895"/>
                    <a:pt x="3398" y="2896"/>
                  </a:cubicBezTo>
                  <a:cubicBezTo>
                    <a:pt x="3949" y="2926"/>
                    <a:pt x="4371" y="3396"/>
                    <a:pt x="4342" y="3947"/>
                  </a:cubicBezTo>
                  <a:cubicBezTo>
                    <a:pt x="4313" y="4478"/>
                    <a:pt x="3874" y="4891"/>
                    <a:pt x="3347" y="4891"/>
                  </a:cubicBezTo>
                  <a:cubicBezTo>
                    <a:pt x="3329" y="4891"/>
                    <a:pt x="3310" y="4890"/>
                    <a:pt x="3291" y="4889"/>
                  </a:cubicBezTo>
                  <a:cubicBezTo>
                    <a:pt x="2742" y="4861"/>
                    <a:pt x="2319" y="4391"/>
                    <a:pt x="2349" y="3840"/>
                  </a:cubicBezTo>
                  <a:cubicBezTo>
                    <a:pt x="2377" y="3308"/>
                    <a:pt x="2818" y="2895"/>
                    <a:pt x="3345" y="2895"/>
                  </a:cubicBezTo>
                  <a:close/>
                  <a:moveTo>
                    <a:pt x="4866" y="1"/>
                  </a:moveTo>
                  <a:lnTo>
                    <a:pt x="0" y="3816"/>
                  </a:lnTo>
                  <a:lnTo>
                    <a:pt x="24055" y="40078"/>
                  </a:lnTo>
                  <a:lnTo>
                    <a:pt x="29231" y="36361"/>
                  </a:lnTo>
                  <a:lnTo>
                    <a:pt x="4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2379;p29"/>
            <p:cNvSpPr/>
            <p:nvPr/>
          </p:nvSpPr>
          <p:spPr>
            <a:xfrm>
              <a:off x="9075240" y="130356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2380;p29"/>
            <p:cNvSpPr/>
            <p:nvPr/>
          </p:nvSpPr>
          <p:spPr>
            <a:xfrm>
              <a:off x="9041400" y="125244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0" y="651"/>
                  </a:moveTo>
                  <a:lnTo>
                    <a:pt x="957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2381;p29"/>
            <p:cNvSpPr/>
            <p:nvPr/>
          </p:nvSpPr>
          <p:spPr>
            <a:xfrm>
              <a:off x="9005040" y="119880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957" y="0"/>
                  </a:moveTo>
                  <a:lnTo>
                    <a:pt x="0" y="65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2382;p29"/>
            <p:cNvSpPr/>
            <p:nvPr/>
          </p:nvSpPr>
          <p:spPr>
            <a:xfrm>
              <a:off x="8971200" y="114804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0" h="651" fill="none">
                  <a:moveTo>
                    <a:pt x="1" y="651"/>
                  </a:moveTo>
                  <a:lnTo>
                    <a:pt x="959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2383;p29"/>
            <p:cNvSpPr/>
            <p:nvPr/>
          </p:nvSpPr>
          <p:spPr>
            <a:xfrm>
              <a:off x="8934840" y="109332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0" y="651"/>
                  </a:moveTo>
                  <a:lnTo>
                    <a:pt x="957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2384;p29"/>
            <p:cNvSpPr/>
            <p:nvPr/>
          </p:nvSpPr>
          <p:spPr>
            <a:xfrm>
              <a:off x="8900280" y="104148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0" h="652" fill="none">
                  <a:moveTo>
                    <a:pt x="1" y="651"/>
                  </a:moveTo>
                  <a:lnTo>
                    <a:pt x="95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2385;p29"/>
            <p:cNvSpPr/>
            <p:nvPr/>
          </p:nvSpPr>
          <p:spPr>
            <a:xfrm>
              <a:off x="8863200" y="98712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0" y="651"/>
                  </a:moveTo>
                  <a:lnTo>
                    <a:pt x="957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2386;p29"/>
            <p:cNvSpPr/>
            <p:nvPr/>
          </p:nvSpPr>
          <p:spPr>
            <a:xfrm>
              <a:off x="8829720" y="93492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2387;p29"/>
            <p:cNvSpPr/>
            <p:nvPr/>
          </p:nvSpPr>
          <p:spPr>
            <a:xfrm>
              <a:off x="8794080" y="88344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9" h="651" fill="none">
                  <a:moveTo>
                    <a:pt x="0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2388;p29"/>
            <p:cNvSpPr/>
            <p:nvPr/>
          </p:nvSpPr>
          <p:spPr>
            <a:xfrm>
              <a:off x="8758440" y="83124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2389;p29"/>
            <p:cNvSpPr/>
            <p:nvPr/>
          </p:nvSpPr>
          <p:spPr>
            <a:xfrm>
              <a:off x="8721720" y="77724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3" fill="none">
                  <a:moveTo>
                    <a:pt x="1" y="652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2390;p29"/>
            <p:cNvSpPr/>
            <p:nvPr/>
          </p:nvSpPr>
          <p:spPr>
            <a:xfrm>
              <a:off x="8687880" y="72648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1" y="651"/>
                  </a:moveTo>
                  <a:lnTo>
                    <a:pt x="958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2391;p29"/>
            <p:cNvSpPr/>
            <p:nvPr/>
          </p:nvSpPr>
          <p:spPr>
            <a:xfrm>
              <a:off x="8651520" y="67176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1" y="651"/>
                  </a:moveTo>
                  <a:lnTo>
                    <a:pt x="958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2392;p29"/>
            <p:cNvSpPr/>
            <p:nvPr/>
          </p:nvSpPr>
          <p:spPr>
            <a:xfrm>
              <a:off x="8617320" y="61992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1" y="651"/>
                  </a:moveTo>
                  <a:lnTo>
                    <a:pt x="958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2393;p29"/>
            <p:cNvSpPr/>
            <p:nvPr/>
          </p:nvSpPr>
          <p:spPr>
            <a:xfrm>
              <a:off x="8580240" y="56556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0" h="652" fill="none">
                  <a:moveTo>
                    <a:pt x="1" y="651"/>
                  </a:moveTo>
                  <a:lnTo>
                    <a:pt x="95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2394;p29"/>
            <p:cNvSpPr/>
            <p:nvPr/>
          </p:nvSpPr>
          <p:spPr>
            <a:xfrm>
              <a:off x="8546400" y="51336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9" h="651" fill="none">
                  <a:moveTo>
                    <a:pt x="0" y="651"/>
                  </a:moveTo>
                  <a:lnTo>
                    <a:pt x="95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2395;p29"/>
            <p:cNvSpPr/>
            <p:nvPr/>
          </p:nvSpPr>
          <p:spPr>
            <a:xfrm>
              <a:off x="8511120" y="46188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2" fill="none">
                  <a:moveTo>
                    <a:pt x="1" y="651"/>
                  </a:moveTo>
                  <a:lnTo>
                    <a:pt x="958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2396;p29"/>
            <p:cNvSpPr/>
            <p:nvPr/>
          </p:nvSpPr>
          <p:spPr>
            <a:xfrm>
              <a:off x="8476560" y="410400"/>
              <a:ext cx="36720" cy="24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58" h="651" fill="none">
                  <a:moveTo>
                    <a:pt x="0" y="651"/>
                  </a:moveTo>
                  <a:lnTo>
                    <a:pt x="957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2397;p29"/>
            <p:cNvSpPr/>
            <p:nvPr/>
          </p:nvSpPr>
          <p:spPr>
            <a:xfrm>
              <a:off x="8439840" y="357120"/>
              <a:ext cx="40320" cy="2664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053" h="703" fill="none">
                  <a:moveTo>
                    <a:pt x="0" y="702"/>
                  </a:moveTo>
                  <a:lnTo>
                    <a:pt x="1052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2398;p29"/>
            <p:cNvSpPr/>
            <p:nvPr/>
          </p:nvSpPr>
          <p:spPr>
            <a:xfrm>
              <a:off x="8405640" y="306000"/>
              <a:ext cx="39600" cy="2700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036" h="713" fill="none">
                  <a:moveTo>
                    <a:pt x="1" y="713"/>
                  </a:moveTo>
                  <a:lnTo>
                    <a:pt x="1035" y="0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2399;p29"/>
            <p:cNvSpPr/>
            <p:nvPr/>
          </p:nvSpPr>
          <p:spPr>
            <a:xfrm>
              <a:off x="8369640" y="252360"/>
              <a:ext cx="40320" cy="259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051" h="685" fill="none">
                  <a:moveTo>
                    <a:pt x="1" y="684"/>
                  </a:moveTo>
                  <a:lnTo>
                    <a:pt x="1050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2400;p29"/>
            <p:cNvSpPr/>
            <p:nvPr/>
          </p:nvSpPr>
          <p:spPr>
            <a:xfrm>
              <a:off x="8335080" y="199080"/>
              <a:ext cx="37440" cy="2736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980" h="715" fill="none">
                  <a:moveTo>
                    <a:pt x="1" y="715"/>
                  </a:moveTo>
                  <a:lnTo>
                    <a:pt x="97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2401;p29"/>
            <p:cNvSpPr/>
            <p:nvPr/>
          </p:nvSpPr>
          <p:spPr>
            <a:xfrm>
              <a:off x="8298000" y="146160"/>
              <a:ext cx="38520" cy="25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009" h="673" fill="none">
                  <a:moveTo>
                    <a:pt x="0" y="673"/>
                  </a:moveTo>
                  <a:lnTo>
                    <a:pt x="1009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2402;p29"/>
            <p:cNvSpPr/>
            <p:nvPr/>
          </p:nvSpPr>
          <p:spPr>
            <a:xfrm>
              <a:off x="8264160" y="93960"/>
              <a:ext cx="38520" cy="259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011" h="678" fill="none">
                  <a:moveTo>
                    <a:pt x="1" y="677"/>
                  </a:moveTo>
                  <a:lnTo>
                    <a:pt x="1011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2403;p29"/>
            <p:cNvSpPr/>
            <p:nvPr/>
          </p:nvSpPr>
          <p:spPr>
            <a:xfrm>
              <a:off x="8228880" y="41760"/>
              <a:ext cx="37440" cy="266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977" h="703" fill="none">
                  <a:moveTo>
                    <a:pt x="1" y="703"/>
                  </a:moveTo>
                  <a:lnTo>
                    <a:pt x="977" y="1"/>
                  </a:lnTo>
                </a:path>
              </a:pathLst>
            </a:custGeom>
            <a:noFill/>
            <a:ln w="28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2404;p29"/>
            <p:cNvSpPr/>
            <p:nvPr/>
          </p:nvSpPr>
          <p:spPr>
            <a:xfrm>
              <a:off x="8294400" y="415080"/>
              <a:ext cx="269280" cy="410400"/>
            </a:xfrm>
            <a:custGeom>
              <a:avLst/>
              <a:gdLst>
                <a:gd name="textAreaLeft" fmla="*/ 0 w 269280"/>
                <a:gd name="textAreaRight" fmla="*/ 269640 w 26928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6991" h="10649">
                  <a:moveTo>
                    <a:pt x="1" y="1"/>
                  </a:moveTo>
                  <a:lnTo>
                    <a:pt x="1" y="1"/>
                  </a:lnTo>
                  <a:cubicBezTo>
                    <a:pt x="553" y="907"/>
                    <a:pt x="1122" y="1804"/>
                    <a:pt x="1692" y="2699"/>
                  </a:cubicBezTo>
                  <a:lnTo>
                    <a:pt x="3423" y="5371"/>
                  </a:lnTo>
                  <a:lnTo>
                    <a:pt x="5187" y="8022"/>
                  </a:lnTo>
                  <a:cubicBezTo>
                    <a:pt x="5781" y="8901"/>
                    <a:pt x="6377" y="9780"/>
                    <a:pt x="6990" y="10648"/>
                  </a:cubicBezTo>
                  <a:cubicBezTo>
                    <a:pt x="6437" y="9742"/>
                    <a:pt x="5869" y="8845"/>
                    <a:pt x="5298" y="7950"/>
                  </a:cubicBezTo>
                  <a:lnTo>
                    <a:pt x="3567" y="5276"/>
                  </a:lnTo>
                  <a:lnTo>
                    <a:pt x="1804" y="2626"/>
                  </a:lnTo>
                  <a:cubicBezTo>
                    <a:pt x="1209" y="1746"/>
                    <a:pt x="612" y="869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2405;p29"/>
            <p:cNvSpPr/>
            <p:nvPr/>
          </p:nvSpPr>
          <p:spPr>
            <a:xfrm>
              <a:off x="8672760" y="1004400"/>
              <a:ext cx="187200" cy="28512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4859" h="7405">
                  <a:moveTo>
                    <a:pt x="1" y="0"/>
                  </a:moveTo>
                  <a:cubicBezTo>
                    <a:pt x="376" y="636"/>
                    <a:pt x="766" y="1262"/>
                    <a:pt x="1160" y="1887"/>
                  </a:cubicBezTo>
                  <a:cubicBezTo>
                    <a:pt x="1553" y="2513"/>
                    <a:pt x="1959" y="3129"/>
                    <a:pt x="2358" y="3749"/>
                  </a:cubicBezTo>
                  <a:cubicBezTo>
                    <a:pt x="2768" y="4363"/>
                    <a:pt x="3172" y="4981"/>
                    <a:pt x="3588" y="5590"/>
                  </a:cubicBezTo>
                  <a:cubicBezTo>
                    <a:pt x="4005" y="6200"/>
                    <a:pt x="4424" y="6807"/>
                    <a:pt x="4859" y="7404"/>
                  </a:cubicBezTo>
                  <a:cubicBezTo>
                    <a:pt x="4483" y="6768"/>
                    <a:pt x="4093" y="6142"/>
                    <a:pt x="3699" y="5518"/>
                  </a:cubicBezTo>
                  <a:cubicBezTo>
                    <a:pt x="3306" y="4893"/>
                    <a:pt x="2900" y="4276"/>
                    <a:pt x="2502" y="3655"/>
                  </a:cubicBezTo>
                  <a:cubicBezTo>
                    <a:pt x="2091" y="3042"/>
                    <a:pt x="1687" y="2424"/>
                    <a:pt x="1270" y="1815"/>
                  </a:cubicBezTo>
                  <a:cubicBezTo>
                    <a:pt x="854" y="1206"/>
                    <a:pt x="435" y="598"/>
                    <a:pt x="1" y="0"/>
                  </a:cubicBezTo>
                  <a:close/>
                </a:path>
              </a:pathLst>
            </a:custGeom>
            <a:solidFill>
              <a:srgbClr val="F8F7F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2406;p29"/>
            <p:cNvSpPr/>
            <p:nvPr/>
          </p:nvSpPr>
          <p:spPr>
            <a:xfrm>
              <a:off x="8381160" y="-244440"/>
              <a:ext cx="1591920" cy="1753920"/>
            </a:xfrm>
            <a:custGeom>
              <a:avLst/>
              <a:gdLst>
                <a:gd name="textAreaLeft" fmla="*/ 0 w 1591920"/>
                <a:gd name="textAreaRight" fmla="*/ 1592280 w 1591920"/>
                <a:gd name="textAreaTop" fmla="*/ 0 h 1753920"/>
                <a:gd name="textAreaBottom" fmla="*/ 1754280 h 1753920"/>
              </a:gdLst>
              <a:ahLst/>
              <a:cxnLst/>
              <a:rect l="textAreaLeft" t="textAreaTop" r="textAreaRight" b="textAreaBottom"/>
              <a:pathLst>
                <a:path w="41273" h="45481">
                  <a:moveTo>
                    <a:pt x="20994" y="1"/>
                  </a:moveTo>
                  <a:cubicBezTo>
                    <a:pt x="13106" y="1"/>
                    <a:pt x="6025" y="5625"/>
                    <a:pt x="4500" y="13641"/>
                  </a:cubicBezTo>
                  <a:lnTo>
                    <a:pt x="568" y="34317"/>
                  </a:lnTo>
                  <a:cubicBezTo>
                    <a:pt x="0" y="37306"/>
                    <a:pt x="1980" y="40217"/>
                    <a:pt x="4969" y="40785"/>
                  </a:cubicBezTo>
                  <a:lnTo>
                    <a:pt x="29149" y="45383"/>
                  </a:lnTo>
                  <a:cubicBezTo>
                    <a:pt x="29494" y="45449"/>
                    <a:pt x="29839" y="45480"/>
                    <a:pt x="30179" y="45480"/>
                  </a:cubicBezTo>
                  <a:cubicBezTo>
                    <a:pt x="32779" y="45480"/>
                    <a:pt x="35115" y="43626"/>
                    <a:pt x="35618" y="40982"/>
                  </a:cubicBezTo>
                  <a:lnTo>
                    <a:pt x="39549" y="20307"/>
                  </a:lnTo>
                  <a:cubicBezTo>
                    <a:pt x="41273" y="11244"/>
                    <a:pt x="35268" y="2417"/>
                    <a:pt x="26203" y="694"/>
                  </a:cubicBezTo>
                  <a:lnTo>
                    <a:pt x="24114" y="295"/>
                  </a:lnTo>
                  <a:cubicBezTo>
                    <a:pt x="23067" y="97"/>
                    <a:pt x="22024" y="1"/>
                    <a:pt x="209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2407;p29"/>
            <p:cNvSpPr/>
            <p:nvPr/>
          </p:nvSpPr>
          <p:spPr>
            <a:xfrm>
              <a:off x="8515440" y="-234360"/>
              <a:ext cx="1439640" cy="1733040"/>
            </a:xfrm>
            <a:custGeom>
              <a:avLst/>
              <a:gdLst>
                <a:gd name="textAreaLeft" fmla="*/ 0 w 1439640"/>
                <a:gd name="textAreaRight" fmla="*/ 1440000 w 143964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7329" h="44935">
                  <a:moveTo>
                    <a:pt x="20224" y="0"/>
                  </a:moveTo>
                  <a:cubicBezTo>
                    <a:pt x="12807" y="0"/>
                    <a:pt x="6149" y="5289"/>
                    <a:pt x="4714" y="12828"/>
                  </a:cubicBezTo>
                  <a:lnTo>
                    <a:pt x="534" y="34810"/>
                  </a:lnTo>
                  <a:cubicBezTo>
                    <a:pt x="0" y="37622"/>
                    <a:pt x="1862" y="40359"/>
                    <a:pt x="4673" y="40893"/>
                  </a:cubicBezTo>
                  <a:lnTo>
                    <a:pt x="25445" y="44843"/>
                  </a:lnTo>
                  <a:cubicBezTo>
                    <a:pt x="25770" y="44905"/>
                    <a:pt x="26093" y="44934"/>
                    <a:pt x="26413" y="44934"/>
                  </a:cubicBezTo>
                  <a:cubicBezTo>
                    <a:pt x="28860" y="44934"/>
                    <a:pt x="31056" y="43190"/>
                    <a:pt x="31528" y="40704"/>
                  </a:cubicBezTo>
                  <a:lnTo>
                    <a:pt x="35708" y="18722"/>
                  </a:lnTo>
                  <a:cubicBezTo>
                    <a:pt x="37329" y="10198"/>
                    <a:pt x="31682" y="1900"/>
                    <a:pt x="23159" y="278"/>
                  </a:cubicBezTo>
                  <a:cubicBezTo>
                    <a:pt x="22174" y="91"/>
                    <a:pt x="21192" y="0"/>
                    <a:pt x="2022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2408;p29"/>
            <p:cNvSpPr/>
            <p:nvPr/>
          </p:nvSpPr>
          <p:spPr>
            <a:xfrm>
              <a:off x="9147600" y="-438120"/>
              <a:ext cx="462600" cy="29664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11998" h="7697">
                  <a:moveTo>
                    <a:pt x="3757" y="0"/>
                  </a:moveTo>
                  <a:cubicBezTo>
                    <a:pt x="2224" y="0"/>
                    <a:pt x="855" y="1090"/>
                    <a:pt x="559" y="2648"/>
                  </a:cubicBezTo>
                  <a:lnTo>
                    <a:pt x="0" y="5584"/>
                  </a:lnTo>
                  <a:lnTo>
                    <a:pt x="1419" y="5854"/>
                  </a:lnTo>
                  <a:lnTo>
                    <a:pt x="1978" y="2919"/>
                  </a:lnTo>
                  <a:cubicBezTo>
                    <a:pt x="2143" y="2051"/>
                    <a:pt x="2904" y="1444"/>
                    <a:pt x="3756" y="1444"/>
                  </a:cubicBezTo>
                  <a:cubicBezTo>
                    <a:pt x="3868" y="1444"/>
                    <a:pt x="3982" y="1455"/>
                    <a:pt x="4096" y="1477"/>
                  </a:cubicBezTo>
                  <a:lnTo>
                    <a:pt x="8801" y="2372"/>
                  </a:lnTo>
                  <a:cubicBezTo>
                    <a:pt x="9783" y="2559"/>
                    <a:pt x="10430" y="3509"/>
                    <a:pt x="10243" y="4490"/>
                  </a:cubicBezTo>
                  <a:lnTo>
                    <a:pt x="9685" y="7426"/>
                  </a:lnTo>
                  <a:lnTo>
                    <a:pt x="11104" y="7696"/>
                  </a:lnTo>
                  <a:lnTo>
                    <a:pt x="11662" y="4761"/>
                  </a:lnTo>
                  <a:cubicBezTo>
                    <a:pt x="11998" y="2996"/>
                    <a:pt x="10835" y="1288"/>
                    <a:pt x="9072" y="953"/>
                  </a:cubicBezTo>
                  <a:lnTo>
                    <a:pt x="4366" y="58"/>
                  </a:lnTo>
                  <a:cubicBezTo>
                    <a:pt x="4162" y="19"/>
                    <a:pt x="3958" y="0"/>
                    <a:pt x="375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2409;p29"/>
            <p:cNvSpPr/>
            <p:nvPr/>
          </p:nvSpPr>
          <p:spPr>
            <a:xfrm>
              <a:off x="9136440" y="-425520"/>
              <a:ext cx="462600" cy="29664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296640"/>
                <a:gd name="textAreaBottom" fmla="*/ 297000 h 296640"/>
              </a:gdLst>
              <a:ahLst/>
              <a:cxnLst/>
              <a:rect l="textAreaLeft" t="textAreaTop" r="textAreaRight" b="textAreaBottom"/>
              <a:pathLst>
                <a:path w="11998" h="7697">
                  <a:moveTo>
                    <a:pt x="3756" y="0"/>
                  </a:moveTo>
                  <a:cubicBezTo>
                    <a:pt x="2224" y="0"/>
                    <a:pt x="855" y="1090"/>
                    <a:pt x="559" y="2648"/>
                  </a:cubicBezTo>
                  <a:lnTo>
                    <a:pt x="0" y="5584"/>
                  </a:lnTo>
                  <a:lnTo>
                    <a:pt x="1419" y="5854"/>
                  </a:lnTo>
                  <a:lnTo>
                    <a:pt x="1977" y="2919"/>
                  </a:lnTo>
                  <a:cubicBezTo>
                    <a:pt x="2142" y="2051"/>
                    <a:pt x="2904" y="1445"/>
                    <a:pt x="3756" y="1445"/>
                  </a:cubicBezTo>
                  <a:cubicBezTo>
                    <a:pt x="3868" y="1445"/>
                    <a:pt x="3982" y="1455"/>
                    <a:pt x="4096" y="1477"/>
                  </a:cubicBezTo>
                  <a:lnTo>
                    <a:pt x="8801" y="2372"/>
                  </a:lnTo>
                  <a:cubicBezTo>
                    <a:pt x="9783" y="2557"/>
                    <a:pt x="10430" y="3509"/>
                    <a:pt x="10243" y="4490"/>
                  </a:cubicBezTo>
                  <a:lnTo>
                    <a:pt x="9685" y="7426"/>
                  </a:lnTo>
                  <a:lnTo>
                    <a:pt x="11104" y="7696"/>
                  </a:lnTo>
                  <a:lnTo>
                    <a:pt x="11104" y="7695"/>
                  </a:lnTo>
                  <a:lnTo>
                    <a:pt x="11662" y="4759"/>
                  </a:lnTo>
                  <a:cubicBezTo>
                    <a:pt x="11997" y="2996"/>
                    <a:pt x="10835" y="1288"/>
                    <a:pt x="9070" y="953"/>
                  </a:cubicBezTo>
                  <a:lnTo>
                    <a:pt x="4365" y="58"/>
                  </a:lnTo>
                  <a:cubicBezTo>
                    <a:pt x="4160" y="19"/>
                    <a:pt x="3957" y="0"/>
                    <a:pt x="3756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2410;p29"/>
            <p:cNvSpPr/>
            <p:nvPr/>
          </p:nvSpPr>
          <p:spPr>
            <a:xfrm>
              <a:off x="9154440" y="-399600"/>
              <a:ext cx="419040" cy="28548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285480"/>
                <a:gd name="textAreaBottom" fmla="*/ 285840 h 285480"/>
              </a:gdLst>
              <a:ahLst/>
              <a:cxnLst/>
              <a:rect l="textAreaLeft" t="textAreaTop" r="textAreaRight" b="textAreaBottom"/>
              <a:pathLst>
                <a:path w="10874" h="7407" fill="none">
                  <a:moveTo>
                    <a:pt x="9974" y="7406"/>
                  </a:moveTo>
                  <a:lnTo>
                    <a:pt x="10648" y="3863"/>
                  </a:lnTo>
                  <a:cubicBezTo>
                    <a:pt x="10874" y="2679"/>
                    <a:pt x="10094" y="1532"/>
                    <a:pt x="8908" y="1306"/>
                  </a:cubicBezTo>
                  <a:lnTo>
                    <a:pt x="3231" y="227"/>
                  </a:lnTo>
                  <a:cubicBezTo>
                    <a:pt x="2047" y="1"/>
                    <a:pt x="900" y="782"/>
                    <a:pt x="674" y="1967"/>
                  </a:cubicBezTo>
                  <a:lnTo>
                    <a:pt x="0" y="5509"/>
                  </a:lnTo>
                </a:path>
              </a:pathLst>
            </a:custGeom>
            <a:noFill/>
            <a:ln w="4250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2411;p29"/>
            <p:cNvSpPr/>
            <p:nvPr/>
          </p:nvSpPr>
          <p:spPr>
            <a:xfrm>
              <a:off x="8380440" y="-263880"/>
              <a:ext cx="1439640" cy="1733040"/>
            </a:xfrm>
            <a:custGeom>
              <a:avLst/>
              <a:gdLst>
                <a:gd name="textAreaLeft" fmla="*/ 0 w 1439640"/>
                <a:gd name="textAreaRight" fmla="*/ 1440000 w 143964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7331" h="44935">
                  <a:moveTo>
                    <a:pt x="20224" y="0"/>
                  </a:moveTo>
                  <a:cubicBezTo>
                    <a:pt x="12808" y="0"/>
                    <a:pt x="6149" y="5289"/>
                    <a:pt x="4716" y="12828"/>
                  </a:cubicBezTo>
                  <a:lnTo>
                    <a:pt x="536" y="34810"/>
                  </a:lnTo>
                  <a:cubicBezTo>
                    <a:pt x="0" y="37621"/>
                    <a:pt x="1864" y="40358"/>
                    <a:pt x="4674" y="40893"/>
                  </a:cubicBezTo>
                  <a:lnTo>
                    <a:pt x="25447" y="44843"/>
                  </a:lnTo>
                  <a:cubicBezTo>
                    <a:pt x="25771" y="44905"/>
                    <a:pt x="26095" y="44934"/>
                    <a:pt x="26414" y="44934"/>
                  </a:cubicBezTo>
                  <a:cubicBezTo>
                    <a:pt x="28860" y="44934"/>
                    <a:pt x="31056" y="43190"/>
                    <a:pt x="31528" y="40704"/>
                  </a:cubicBezTo>
                  <a:lnTo>
                    <a:pt x="35708" y="18722"/>
                  </a:lnTo>
                  <a:cubicBezTo>
                    <a:pt x="37330" y="10198"/>
                    <a:pt x="31682" y="1898"/>
                    <a:pt x="23159" y="278"/>
                  </a:cubicBezTo>
                  <a:cubicBezTo>
                    <a:pt x="22174" y="91"/>
                    <a:pt x="21193" y="0"/>
                    <a:pt x="2022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2412;p29"/>
            <p:cNvSpPr/>
            <p:nvPr/>
          </p:nvSpPr>
          <p:spPr>
            <a:xfrm>
              <a:off x="9001800" y="-244800"/>
              <a:ext cx="815040" cy="828360"/>
            </a:xfrm>
            <a:custGeom>
              <a:avLst/>
              <a:gdLst>
                <a:gd name="textAreaLeft" fmla="*/ 0 w 815040"/>
                <a:gd name="textAreaRight" fmla="*/ 815400 w 815040"/>
                <a:gd name="textAreaTop" fmla="*/ 0 h 828360"/>
                <a:gd name="textAreaBottom" fmla="*/ 828720 h 828360"/>
              </a:gdLst>
              <a:ahLst/>
              <a:cxnLst/>
              <a:rect l="textAreaLeft" t="textAreaTop" r="textAreaRight" b="textAreaBottom"/>
              <a:pathLst>
                <a:path w="21136" h="21483">
                  <a:moveTo>
                    <a:pt x="7769" y="1"/>
                  </a:moveTo>
                  <a:lnTo>
                    <a:pt x="7769" y="1"/>
                  </a:lnTo>
                  <a:cubicBezTo>
                    <a:pt x="0" y="10632"/>
                    <a:pt x="19167" y="21483"/>
                    <a:pt x="19167" y="21483"/>
                  </a:cubicBezTo>
                  <a:lnTo>
                    <a:pt x="19892" y="19474"/>
                  </a:lnTo>
                  <a:cubicBezTo>
                    <a:pt x="21135" y="16024"/>
                    <a:pt x="21129" y="12231"/>
                    <a:pt x="19790" y="8816"/>
                  </a:cubicBezTo>
                  <a:cubicBezTo>
                    <a:pt x="16515" y="473"/>
                    <a:pt x="7770" y="1"/>
                    <a:pt x="77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2413;p29"/>
            <p:cNvSpPr/>
            <p:nvPr/>
          </p:nvSpPr>
          <p:spPr>
            <a:xfrm>
              <a:off x="8367480" y="-266400"/>
              <a:ext cx="1439640" cy="1733040"/>
            </a:xfrm>
            <a:custGeom>
              <a:avLst/>
              <a:gdLst>
                <a:gd name="textAreaLeft" fmla="*/ 0 w 1439640"/>
                <a:gd name="textAreaRight" fmla="*/ 1440000 w 143964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7329" h="44934">
                  <a:moveTo>
                    <a:pt x="20222" y="0"/>
                  </a:moveTo>
                  <a:cubicBezTo>
                    <a:pt x="12806" y="0"/>
                    <a:pt x="6148" y="5289"/>
                    <a:pt x="4715" y="12826"/>
                  </a:cubicBezTo>
                  <a:lnTo>
                    <a:pt x="534" y="34810"/>
                  </a:lnTo>
                  <a:cubicBezTo>
                    <a:pt x="0" y="37621"/>
                    <a:pt x="1863" y="40358"/>
                    <a:pt x="4673" y="40892"/>
                  </a:cubicBezTo>
                  <a:lnTo>
                    <a:pt x="25445" y="44842"/>
                  </a:lnTo>
                  <a:cubicBezTo>
                    <a:pt x="25770" y="44903"/>
                    <a:pt x="26093" y="44933"/>
                    <a:pt x="26412" y="44933"/>
                  </a:cubicBezTo>
                  <a:cubicBezTo>
                    <a:pt x="28858" y="44933"/>
                    <a:pt x="31055" y="43189"/>
                    <a:pt x="31528" y="40703"/>
                  </a:cubicBezTo>
                  <a:lnTo>
                    <a:pt x="35709" y="18721"/>
                  </a:lnTo>
                  <a:cubicBezTo>
                    <a:pt x="37329" y="10197"/>
                    <a:pt x="31681" y="1898"/>
                    <a:pt x="23159" y="278"/>
                  </a:cubicBezTo>
                  <a:cubicBezTo>
                    <a:pt x="22174" y="91"/>
                    <a:pt x="21191" y="0"/>
                    <a:pt x="2022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2414;p29"/>
            <p:cNvSpPr/>
            <p:nvPr/>
          </p:nvSpPr>
          <p:spPr>
            <a:xfrm>
              <a:off x="8388360" y="-277560"/>
              <a:ext cx="1384560" cy="1733040"/>
            </a:xfrm>
            <a:custGeom>
              <a:avLst/>
              <a:gdLst>
                <a:gd name="textAreaLeft" fmla="*/ 0 w 1384560"/>
                <a:gd name="textAreaRight" fmla="*/ 1384920 w 1384560"/>
                <a:gd name="textAreaTop" fmla="*/ 0 h 1733040"/>
                <a:gd name="textAreaBottom" fmla="*/ 1733400 h 1733040"/>
              </a:gdLst>
              <a:ahLst/>
              <a:cxnLst/>
              <a:rect l="textAreaLeft" t="textAreaTop" r="textAreaRight" b="textAreaBottom"/>
              <a:pathLst>
                <a:path w="35904" h="44936" fill="none">
                  <a:moveTo>
                    <a:pt x="4495" y="40621"/>
                  </a:moveTo>
                  <a:lnTo>
                    <a:pt x="24475" y="44420"/>
                  </a:lnTo>
                  <a:cubicBezTo>
                    <a:pt x="27177" y="44935"/>
                    <a:pt x="29810" y="43144"/>
                    <a:pt x="30324" y="40440"/>
                  </a:cubicBezTo>
                  <a:lnTo>
                    <a:pt x="34345" y="19298"/>
                  </a:lnTo>
                  <a:cubicBezTo>
                    <a:pt x="35903" y="11099"/>
                    <a:pt x="30472" y="3117"/>
                    <a:pt x="22274" y="1559"/>
                  </a:cubicBezTo>
                  <a:lnTo>
                    <a:pt x="22274" y="1559"/>
                  </a:lnTo>
                  <a:cubicBezTo>
                    <a:pt x="14078" y="0"/>
                    <a:pt x="6095" y="5431"/>
                    <a:pt x="4535" y="13629"/>
                  </a:cubicBezTo>
                  <a:lnTo>
                    <a:pt x="515" y="34771"/>
                  </a:lnTo>
                  <a:cubicBezTo>
                    <a:pt x="1" y="37475"/>
                    <a:pt x="1793" y="40107"/>
                    <a:pt x="4495" y="40621"/>
                  </a:cubicBezTo>
                  <a:close/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2415;p29"/>
            <p:cNvSpPr/>
            <p:nvPr/>
          </p:nvSpPr>
          <p:spPr>
            <a:xfrm>
              <a:off x="8545320" y="627120"/>
              <a:ext cx="1004400" cy="692280"/>
            </a:xfrm>
            <a:custGeom>
              <a:avLst/>
              <a:gdLst>
                <a:gd name="textAreaLeft" fmla="*/ 0 w 1004400"/>
                <a:gd name="textAreaRight" fmla="*/ 1004760 w 1004400"/>
                <a:gd name="textAreaTop" fmla="*/ 0 h 692280"/>
                <a:gd name="textAreaBottom" fmla="*/ 692640 h 692280"/>
              </a:gdLst>
              <a:ahLst/>
              <a:cxnLst/>
              <a:rect l="textAreaLeft" t="textAreaTop" r="textAreaRight" b="textAreaBottom"/>
              <a:pathLst>
                <a:path w="26046" h="17957">
                  <a:moveTo>
                    <a:pt x="4473" y="1"/>
                  </a:moveTo>
                  <a:cubicBezTo>
                    <a:pt x="3313" y="1"/>
                    <a:pt x="2271" y="829"/>
                    <a:pt x="2047" y="2009"/>
                  </a:cubicBezTo>
                  <a:lnTo>
                    <a:pt x="255" y="11433"/>
                  </a:lnTo>
                  <a:cubicBezTo>
                    <a:pt x="1" y="12767"/>
                    <a:pt x="886" y="14066"/>
                    <a:pt x="2219" y="14320"/>
                  </a:cubicBezTo>
                  <a:lnTo>
                    <a:pt x="10587" y="16524"/>
                  </a:lnTo>
                  <a:cubicBezTo>
                    <a:pt x="11749" y="16831"/>
                    <a:pt x="12930" y="17047"/>
                    <a:pt x="14123" y="17173"/>
                  </a:cubicBezTo>
                  <a:lnTo>
                    <a:pt x="21111" y="17913"/>
                  </a:lnTo>
                  <a:cubicBezTo>
                    <a:pt x="21265" y="17942"/>
                    <a:pt x="21419" y="17956"/>
                    <a:pt x="21570" y="17956"/>
                  </a:cubicBezTo>
                  <a:cubicBezTo>
                    <a:pt x="22732" y="17956"/>
                    <a:pt x="23774" y="17129"/>
                    <a:pt x="23999" y="15949"/>
                  </a:cubicBezTo>
                  <a:lnTo>
                    <a:pt x="25791" y="6525"/>
                  </a:lnTo>
                  <a:cubicBezTo>
                    <a:pt x="26046" y="5191"/>
                    <a:pt x="25161" y="3891"/>
                    <a:pt x="23827" y="3636"/>
                  </a:cubicBezTo>
                  <a:lnTo>
                    <a:pt x="14447" y="2364"/>
                  </a:lnTo>
                  <a:lnTo>
                    <a:pt x="4934" y="45"/>
                  </a:lnTo>
                  <a:cubicBezTo>
                    <a:pt x="4779" y="15"/>
                    <a:pt x="4625" y="1"/>
                    <a:pt x="447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2416;p29"/>
            <p:cNvSpPr/>
            <p:nvPr/>
          </p:nvSpPr>
          <p:spPr>
            <a:xfrm>
              <a:off x="8538120" y="617040"/>
              <a:ext cx="1004400" cy="692280"/>
            </a:xfrm>
            <a:custGeom>
              <a:avLst/>
              <a:gdLst>
                <a:gd name="textAreaLeft" fmla="*/ 0 w 1004400"/>
                <a:gd name="textAreaRight" fmla="*/ 1004760 w 1004400"/>
                <a:gd name="textAreaTop" fmla="*/ 0 h 692280"/>
                <a:gd name="textAreaBottom" fmla="*/ 692640 h 692280"/>
              </a:gdLst>
              <a:ahLst/>
              <a:cxnLst/>
              <a:rect l="textAreaLeft" t="textAreaTop" r="textAreaRight" b="textAreaBottom"/>
              <a:pathLst>
                <a:path w="26045" h="17957">
                  <a:moveTo>
                    <a:pt x="4475" y="1"/>
                  </a:moveTo>
                  <a:cubicBezTo>
                    <a:pt x="3314" y="1"/>
                    <a:pt x="2271" y="828"/>
                    <a:pt x="2047" y="2008"/>
                  </a:cubicBezTo>
                  <a:lnTo>
                    <a:pt x="254" y="11432"/>
                  </a:lnTo>
                  <a:cubicBezTo>
                    <a:pt x="1" y="12768"/>
                    <a:pt x="884" y="14066"/>
                    <a:pt x="2220" y="14321"/>
                  </a:cubicBezTo>
                  <a:lnTo>
                    <a:pt x="10588" y="16525"/>
                  </a:lnTo>
                  <a:cubicBezTo>
                    <a:pt x="11747" y="16830"/>
                    <a:pt x="12930" y="17048"/>
                    <a:pt x="14123" y="17174"/>
                  </a:cubicBezTo>
                  <a:lnTo>
                    <a:pt x="21111" y="17912"/>
                  </a:lnTo>
                  <a:cubicBezTo>
                    <a:pt x="21266" y="17942"/>
                    <a:pt x="21420" y="17956"/>
                    <a:pt x="21572" y="17956"/>
                  </a:cubicBezTo>
                  <a:cubicBezTo>
                    <a:pt x="22732" y="17956"/>
                    <a:pt x="23774" y="17128"/>
                    <a:pt x="23999" y="15948"/>
                  </a:cubicBezTo>
                  <a:lnTo>
                    <a:pt x="25791" y="6524"/>
                  </a:lnTo>
                  <a:cubicBezTo>
                    <a:pt x="26044" y="5190"/>
                    <a:pt x="25161" y="3891"/>
                    <a:pt x="23827" y="3637"/>
                  </a:cubicBezTo>
                  <a:lnTo>
                    <a:pt x="14447" y="2364"/>
                  </a:lnTo>
                  <a:lnTo>
                    <a:pt x="4934" y="44"/>
                  </a:lnTo>
                  <a:cubicBezTo>
                    <a:pt x="4780" y="15"/>
                    <a:pt x="4626" y="1"/>
                    <a:pt x="44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2417;p29"/>
            <p:cNvSpPr/>
            <p:nvPr/>
          </p:nvSpPr>
          <p:spPr>
            <a:xfrm>
              <a:off x="8521920" y="586440"/>
              <a:ext cx="1046520" cy="752760"/>
            </a:xfrm>
            <a:custGeom>
              <a:avLst/>
              <a:gdLst>
                <a:gd name="textAreaLeft" fmla="*/ 0 w 1046520"/>
                <a:gd name="textAreaRight" fmla="*/ 1046880 w 1046520"/>
                <a:gd name="textAreaTop" fmla="*/ 0 h 752760"/>
                <a:gd name="textAreaBottom" fmla="*/ 753120 h 752760"/>
              </a:gdLst>
              <a:ahLst/>
              <a:cxnLst/>
              <a:rect l="textAreaLeft" t="textAreaTop" r="textAreaRight" b="textAreaBottom"/>
              <a:pathLst>
                <a:path w="27136" h="19519" fill="none">
                  <a:moveTo>
                    <a:pt x="21709" y="19256"/>
                  </a:moveTo>
                  <a:lnTo>
                    <a:pt x="14523" y="18497"/>
                  </a:lnTo>
                  <a:cubicBezTo>
                    <a:pt x="13295" y="18367"/>
                    <a:pt x="12081" y="18144"/>
                    <a:pt x="10886" y="17829"/>
                  </a:cubicBezTo>
                  <a:lnTo>
                    <a:pt x="2281" y="15562"/>
                  </a:lnTo>
                  <a:cubicBezTo>
                    <a:pt x="910" y="15300"/>
                    <a:pt x="0" y="13965"/>
                    <a:pt x="261" y="12592"/>
                  </a:cubicBezTo>
                  <a:lnTo>
                    <a:pt x="1622" y="5430"/>
                  </a:lnTo>
                  <a:lnTo>
                    <a:pt x="1277" y="4342"/>
                  </a:lnTo>
                  <a:lnTo>
                    <a:pt x="1859" y="2887"/>
                  </a:lnTo>
                  <a:cubicBezTo>
                    <a:pt x="2121" y="1515"/>
                    <a:pt x="2622" y="1"/>
                    <a:pt x="3993" y="261"/>
                  </a:cubicBezTo>
                  <a:lnTo>
                    <a:pt x="15205" y="2392"/>
                  </a:lnTo>
                  <a:lnTo>
                    <a:pt x="25084" y="4000"/>
                  </a:lnTo>
                  <a:cubicBezTo>
                    <a:pt x="26457" y="4260"/>
                    <a:pt x="27136" y="5931"/>
                    <a:pt x="26874" y="7304"/>
                  </a:cubicBezTo>
                  <a:lnTo>
                    <a:pt x="26808" y="9267"/>
                  </a:lnTo>
                  <a:lnTo>
                    <a:pt x="26091" y="9812"/>
                  </a:lnTo>
                  <a:lnTo>
                    <a:pt x="24680" y="17236"/>
                  </a:lnTo>
                  <a:cubicBezTo>
                    <a:pt x="24418" y="18609"/>
                    <a:pt x="23082" y="19518"/>
                    <a:pt x="21709" y="19256"/>
                  </a:cubicBezTo>
                  <a:close/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2418;p29"/>
            <p:cNvSpPr/>
            <p:nvPr/>
          </p:nvSpPr>
          <p:spPr>
            <a:xfrm>
              <a:off x="8595720" y="619200"/>
              <a:ext cx="956520" cy="335160"/>
            </a:xfrm>
            <a:custGeom>
              <a:avLst/>
              <a:gdLst>
                <a:gd name="textAreaLeft" fmla="*/ 0 w 956520"/>
                <a:gd name="textAreaRight" fmla="*/ 956880 w 95652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4808" h="8698">
                  <a:moveTo>
                    <a:pt x="2334" y="1"/>
                  </a:moveTo>
                  <a:cubicBezTo>
                    <a:pt x="1546" y="1"/>
                    <a:pt x="973" y="169"/>
                    <a:pt x="900" y="471"/>
                  </a:cubicBezTo>
                  <a:lnTo>
                    <a:pt x="114" y="3747"/>
                  </a:lnTo>
                  <a:cubicBezTo>
                    <a:pt x="0" y="4221"/>
                    <a:pt x="1091" y="4822"/>
                    <a:pt x="2530" y="5080"/>
                  </a:cubicBezTo>
                  <a:lnTo>
                    <a:pt x="11439" y="6890"/>
                  </a:lnTo>
                  <a:cubicBezTo>
                    <a:pt x="12650" y="7136"/>
                    <a:pt x="13863" y="7351"/>
                    <a:pt x="15069" y="7531"/>
                  </a:cubicBezTo>
                  <a:lnTo>
                    <a:pt x="21995" y="8564"/>
                  </a:lnTo>
                  <a:cubicBezTo>
                    <a:pt x="22511" y="8656"/>
                    <a:pt x="22935" y="8698"/>
                    <a:pt x="23278" y="8698"/>
                  </a:cubicBezTo>
                  <a:cubicBezTo>
                    <a:pt x="24072" y="8698"/>
                    <a:pt x="24426" y="8476"/>
                    <a:pt x="24457" y="8151"/>
                  </a:cubicBezTo>
                  <a:lnTo>
                    <a:pt x="24765" y="4965"/>
                  </a:lnTo>
                  <a:cubicBezTo>
                    <a:pt x="24808" y="4523"/>
                    <a:pt x="23803" y="3966"/>
                    <a:pt x="22529" y="3723"/>
                  </a:cubicBezTo>
                  <a:lnTo>
                    <a:pt x="13415" y="2160"/>
                  </a:lnTo>
                  <a:lnTo>
                    <a:pt x="3641" y="131"/>
                  </a:lnTo>
                  <a:cubicBezTo>
                    <a:pt x="3176" y="43"/>
                    <a:pt x="2728" y="1"/>
                    <a:pt x="233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2419;p29"/>
            <p:cNvSpPr/>
            <p:nvPr/>
          </p:nvSpPr>
          <p:spPr>
            <a:xfrm>
              <a:off x="8589960" y="608400"/>
              <a:ext cx="956520" cy="334080"/>
            </a:xfrm>
            <a:custGeom>
              <a:avLst/>
              <a:gdLst>
                <a:gd name="textAreaLeft" fmla="*/ 0 w 956520"/>
                <a:gd name="textAreaRight" fmla="*/ 956880 w 95652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4809" h="8666">
                  <a:moveTo>
                    <a:pt x="2333" y="1"/>
                  </a:moveTo>
                  <a:cubicBezTo>
                    <a:pt x="1547" y="1"/>
                    <a:pt x="975" y="169"/>
                    <a:pt x="902" y="472"/>
                  </a:cubicBezTo>
                  <a:lnTo>
                    <a:pt x="115" y="3747"/>
                  </a:lnTo>
                  <a:cubicBezTo>
                    <a:pt x="1" y="4220"/>
                    <a:pt x="1092" y="4822"/>
                    <a:pt x="2532" y="5081"/>
                  </a:cubicBezTo>
                  <a:lnTo>
                    <a:pt x="11441" y="6891"/>
                  </a:lnTo>
                  <a:cubicBezTo>
                    <a:pt x="12651" y="7137"/>
                    <a:pt x="13865" y="7350"/>
                    <a:pt x="15070" y="7530"/>
                  </a:cubicBezTo>
                  <a:lnTo>
                    <a:pt x="21997" y="8565"/>
                  </a:lnTo>
                  <a:lnTo>
                    <a:pt x="21997" y="8565"/>
                  </a:lnTo>
                  <a:lnTo>
                    <a:pt x="21995" y="8563"/>
                  </a:lnTo>
                  <a:lnTo>
                    <a:pt x="21995" y="8563"/>
                  </a:lnTo>
                  <a:cubicBezTo>
                    <a:pt x="22381" y="8633"/>
                    <a:pt x="22748" y="8665"/>
                    <a:pt x="23076" y="8665"/>
                  </a:cubicBezTo>
                  <a:cubicBezTo>
                    <a:pt x="23866" y="8665"/>
                    <a:pt x="24427" y="8476"/>
                    <a:pt x="24457" y="8150"/>
                  </a:cubicBezTo>
                  <a:lnTo>
                    <a:pt x="24765" y="4964"/>
                  </a:lnTo>
                  <a:cubicBezTo>
                    <a:pt x="24808" y="4523"/>
                    <a:pt x="23805" y="3966"/>
                    <a:pt x="22529" y="3722"/>
                  </a:cubicBezTo>
                  <a:lnTo>
                    <a:pt x="13417" y="2160"/>
                  </a:lnTo>
                  <a:lnTo>
                    <a:pt x="3642" y="132"/>
                  </a:lnTo>
                  <a:cubicBezTo>
                    <a:pt x="3176" y="43"/>
                    <a:pt x="2727" y="1"/>
                    <a:pt x="233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2420;p29"/>
            <p:cNvSpPr/>
            <p:nvPr/>
          </p:nvSpPr>
          <p:spPr>
            <a:xfrm>
              <a:off x="8908200" y="12600"/>
              <a:ext cx="540000" cy="540000"/>
            </a:xfrm>
            <a:custGeom>
              <a:avLst/>
              <a:gdLst>
                <a:gd name="textAreaLeft" fmla="*/ 0 w 540000"/>
                <a:gd name="textAreaRight" fmla="*/ 540360 w 540000"/>
                <a:gd name="textAreaTop" fmla="*/ 0 h 540000"/>
                <a:gd name="textAreaBottom" fmla="*/ 540360 h 540000"/>
              </a:gdLst>
              <a:ahLst/>
              <a:cxnLst/>
              <a:rect l="textAreaLeft" t="textAreaTop" r="textAreaRight" b="textAreaBottom"/>
              <a:pathLst>
                <a:path w="14007" h="14006">
                  <a:moveTo>
                    <a:pt x="7004" y="1"/>
                  </a:moveTo>
                  <a:cubicBezTo>
                    <a:pt x="5146" y="1"/>
                    <a:pt x="3365" y="737"/>
                    <a:pt x="2052" y="2051"/>
                  </a:cubicBezTo>
                  <a:cubicBezTo>
                    <a:pt x="738" y="3364"/>
                    <a:pt x="0" y="5145"/>
                    <a:pt x="0" y="7003"/>
                  </a:cubicBezTo>
                  <a:cubicBezTo>
                    <a:pt x="0" y="8859"/>
                    <a:pt x="738" y="10641"/>
                    <a:pt x="2052" y="11955"/>
                  </a:cubicBezTo>
                  <a:cubicBezTo>
                    <a:pt x="3365" y="13267"/>
                    <a:pt x="5146" y="14005"/>
                    <a:pt x="7004" y="14005"/>
                  </a:cubicBezTo>
                  <a:cubicBezTo>
                    <a:pt x="8860" y="14005"/>
                    <a:pt x="10642" y="13267"/>
                    <a:pt x="11954" y="11955"/>
                  </a:cubicBezTo>
                  <a:cubicBezTo>
                    <a:pt x="13268" y="10641"/>
                    <a:pt x="14006" y="8859"/>
                    <a:pt x="14006" y="7003"/>
                  </a:cubicBezTo>
                  <a:cubicBezTo>
                    <a:pt x="14006" y="5145"/>
                    <a:pt x="13268" y="3364"/>
                    <a:pt x="11954" y="2051"/>
                  </a:cubicBezTo>
                  <a:cubicBezTo>
                    <a:pt x="10642" y="737"/>
                    <a:pt x="8860" y="1"/>
                    <a:pt x="700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2421;p29"/>
            <p:cNvSpPr/>
            <p:nvPr/>
          </p:nvSpPr>
          <p:spPr>
            <a:xfrm>
              <a:off x="8894880" y="0"/>
              <a:ext cx="540000" cy="540000"/>
            </a:xfrm>
            <a:custGeom>
              <a:avLst/>
              <a:gdLst>
                <a:gd name="textAreaLeft" fmla="*/ 0 w 540000"/>
                <a:gd name="textAreaRight" fmla="*/ 540360 w 540000"/>
                <a:gd name="textAreaTop" fmla="*/ 0 h 540000"/>
                <a:gd name="textAreaBottom" fmla="*/ 540360 h 540000"/>
              </a:gdLst>
              <a:ahLst/>
              <a:cxnLst/>
              <a:rect l="textAreaLeft" t="textAreaTop" r="textAreaRight" b="textAreaBottom"/>
              <a:pathLst>
                <a:path w="14006" h="14005">
                  <a:moveTo>
                    <a:pt x="7003" y="0"/>
                  </a:moveTo>
                  <a:cubicBezTo>
                    <a:pt x="5145" y="0"/>
                    <a:pt x="3365" y="738"/>
                    <a:pt x="2051" y="2051"/>
                  </a:cubicBezTo>
                  <a:cubicBezTo>
                    <a:pt x="739" y="3365"/>
                    <a:pt x="0" y="5146"/>
                    <a:pt x="0" y="7003"/>
                  </a:cubicBezTo>
                  <a:cubicBezTo>
                    <a:pt x="0" y="8860"/>
                    <a:pt x="739" y="10640"/>
                    <a:pt x="2051" y="11954"/>
                  </a:cubicBezTo>
                  <a:cubicBezTo>
                    <a:pt x="3365" y="13268"/>
                    <a:pt x="5145" y="14005"/>
                    <a:pt x="7003" y="14005"/>
                  </a:cubicBezTo>
                  <a:cubicBezTo>
                    <a:pt x="8861" y="14005"/>
                    <a:pt x="10641" y="13268"/>
                    <a:pt x="11954" y="11954"/>
                  </a:cubicBezTo>
                  <a:cubicBezTo>
                    <a:pt x="13267" y="10640"/>
                    <a:pt x="14005" y="8860"/>
                    <a:pt x="14005" y="7003"/>
                  </a:cubicBezTo>
                  <a:cubicBezTo>
                    <a:pt x="14005" y="5146"/>
                    <a:pt x="13267" y="3365"/>
                    <a:pt x="11954" y="2051"/>
                  </a:cubicBezTo>
                  <a:cubicBezTo>
                    <a:pt x="10641" y="738"/>
                    <a:pt x="8861" y="0"/>
                    <a:pt x="700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2422;p29"/>
            <p:cNvSpPr/>
            <p:nvPr/>
          </p:nvSpPr>
          <p:spPr>
            <a:xfrm>
              <a:off x="8928360" y="30960"/>
              <a:ext cx="474120" cy="474120"/>
            </a:xfrm>
            <a:custGeom>
              <a:avLst/>
              <a:gdLst>
                <a:gd name="textAreaLeft" fmla="*/ 0 w 474120"/>
                <a:gd name="textAreaRight" fmla="*/ 474480 w 474120"/>
                <a:gd name="textAreaTop" fmla="*/ 0 h 474120"/>
                <a:gd name="textAreaBottom" fmla="*/ 474480 h 474120"/>
              </a:gdLst>
              <a:ahLst/>
              <a:cxnLst/>
              <a:rect l="textAreaLeft" t="textAreaTop" r="textAreaRight" b="textAreaBottom"/>
              <a:pathLst>
                <a:path w="12298" h="12298" fill="none">
                  <a:moveTo>
                    <a:pt x="10497" y="1802"/>
                  </a:moveTo>
                  <a:cubicBezTo>
                    <a:pt x="11650" y="2955"/>
                    <a:pt x="12297" y="4519"/>
                    <a:pt x="12297" y="6150"/>
                  </a:cubicBezTo>
                  <a:cubicBezTo>
                    <a:pt x="12297" y="7780"/>
                    <a:pt x="11650" y="9344"/>
                    <a:pt x="10497" y="10497"/>
                  </a:cubicBezTo>
                  <a:cubicBezTo>
                    <a:pt x="9343" y="11650"/>
                    <a:pt x="7780" y="12297"/>
                    <a:pt x="6150" y="12297"/>
                  </a:cubicBezTo>
                  <a:cubicBezTo>
                    <a:pt x="4518" y="12297"/>
                    <a:pt x="2955" y="11650"/>
                    <a:pt x="1802" y="10497"/>
                  </a:cubicBezTo>
                  <a:cubicBezTo>
                    <a:pt x="648" y="9344"/>
                    <a:pt x="1" y="7780"/>
                    <a:pt x="1" y="6150"/>
                  </a:cubicBezTo>
                  <a:cubicBezTo>
                    <a:pt x="1" y="4519"/>
                    <a:pt x="648" y="2955"/>
                    <a:pt x="1802" y="1802"/>
                  </a:cubicBezTo>
                  <a:cubicBezTo>
                    <a:pt x="2955" y="650"/>
                    <a:pt x="4518" y="1"/>
                    <a:pt x="6150" y="1"/>
                  </a:cubicBezTo>
                  <a:cubicBezTo>
                    <a:pt x="7780" y="1"/>
                    <a:pt x="9343" y="650"/>
                    <a:pt x="10497" y="1802"/>
                  </a:cubicBezTo>
                  <a:close/>
                </a:path>
              </a:pathLst>
            </a:custGeom>
            <a:noFill/>
            <a:ln w="5000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2423;p29"/>
            <p:cNvSpPr/>
            <p:nvPr/>
          </p:nvSpPr>
          <p:spPr>
            <a:xfrm>
              <a:off x="8857800" y="-41040"/>
              <a:ext cx="618840" cy="618840"/>
            </a:xfrm>
            <a:custGeom>
              <a:avLst/>
              <a:gdLst>
                <a:gd name="textAreaLeft" fmla="*/ 0 w 618840"/>
                <a:gd name="textAreaRight" fmla="*/ 619200 w 618840"/>
                <a:gd name="textAreaTop" fmla="*/ 0 h 618840"/>
                <a:gd name="textAreaBottom" fmla="*/ 619200 h 618840"/>
              </a:gdLst>
              <a:ahLst/>
              <a:cxnLst/>
              <a:rect l="textAreaLeft" t="textAreaTop" r="textAreaRight" b="textAreaBottom"/>
              <a:pathLst>
                <a:path w="16056" h="16056" fill="none">
                  <a:moveTo>
                    <a:pt x="13704" y="2352"/>
                  </a:moveTo>
                  <a:cubicBezTo>
                    <a:pt x="15211" y="3857"/>
                    <a:pt x="16056" y="5899"/>
                    <a:pt x="16056" y="8027"/>
                  </a:cubicBezTo>
                  <a:cubicBezTo>
                    <a:pt x="16056" y="10157"/>
                    <a:pt x="15211" y="12199"/>
                    <a:pt x="13704" y="13704"/>
                  </a:cubicBezTo>
                  <a:cubicBezTo>
                    <a:pt x="12199" y="15209"/>
                    <a:pt x="10157" y="16056"/>
                    <a:pt x="8029" y="16056"/>
                  </a:cubicBezTo>
                  <a:cubicBezTo>
                    <a:pt x="5899" y="16056"/>
                    <a:pt x="3857" y="15209"/>
                    <a:pt x="2352" y="13704"/>
                  </a:cubicBezTo>
                  <a:cubicBezTo>
                    <a:pt x="847" y="12199"/>
                    <a:pt x="0" y="10157"/>
                    <a:pt x="0" y="8027"/>
                  </a:cubicBezTo>
                  <a:cubicBezTo>
                    <a:pt x="0" y="5899"/>
                    <a:pt x="847" y="3857"/>
                    <a:pt x="2352" y="2352"/>
                  </a:cubicBezTo>
                  <a:cubicBezTo>
                    <a:pt x="3857" y="846"/>
                    <a:pt x="5899" y="0"/>
                    <a:pt x="8029" y="0"/>
                  </a:cubicBezTo>
                  <a:cubicBezTo>
                    <a:pt x="10157" y="0"/>
                    <a:pt x="12199" y="846"/>
                    <a:pt x="13704" y="2352"/>
                  </a:cubicBezTo>
                  <a:close/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2424;p29"/>
            <p:cNvSpPr/>
            <p:nvPr/>
          </p:nvSpPr>
          <p:spPr>
            <a:xfrm>
              <a:off x="8596440" y="792720"/>
              <a:ext cx="917640" cy="175680"/>
            </a:xfrm>
            <a:custGeom>
              <a:avLst/>
              <a:gdLst>
                <a:gd name="textAreaLeft" fmla="*/ 0 w 917640"/>
                <a:gd name="textAreaRight" fmla="*/ 918000 w 91764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23797" h="4560" fill="none">
                  <a:moveTo>
                    <a:pt x="1" y="1"/>
                  </a:moveTo>
                  <a:cubicBezTo>
                    <a:pt x="1" y="1"/>
                    <a:pt x="5358" y="2996"/>
                    <a:pt x="23796" y="4560"/>
                  </a:cubicBezTo>
                </a:path>
              </a:pathLst>
            </a:custGeom>
            <a:noFill/>
            <a:ln w="41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2425;p29"/>
            <p:cNvSpPr/>
            <p:nvPr/>
          </p:nvSpPr>
          <p:spPr>
            <a:xfrm>
              <a:off x="8560800" y="752760"/>
              <a:ext cx="80280" cy="864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86400"/>
                <a:gd name="textAreaBottom" fmla="*/ 86760 h 86400"/>
              </a:gdLst>
              <a:ahLst/>
              <a:cxnLst/>
              <a:rect l="textAreaLeft" t="textAreaTop" r="textAreaRight" b="textAreaBottom"/>
              <a:pathLst>
                <a:path w="2090" h="2253">
                  <a:moveTo>
                    <a:pt x="991" y="0"/>
                  </a:moveTo>
                  <a:cubicBezTo>
                    <a:pt x="850" y="0"/>
                    <a:pt x="714" y="79"/>
                    <a:pt x="649" y="214"/>
                  </a:cubicBezTo>
                  <a:lnTo>
                    <a:pt x="89" y="1397"/>
                  </a:lnTo>
                  <a:cubicBezTo>
                    <a:pt x="0" y="1584"/>
                    <a:pt x="81" y="1808"/>
                    <a:pt x="268" y="1898"/>
                  </a:cubicBezTo>
                  <a:lnTo>
                    <a:pt x="938" y="2216"/>
                  </a:lnTo>
                  <a:cubicBezTo>
                    <a:pt x="990" y="2240"/>
                    <a:pt x="1045" y="2252"/>
                    <a:pt x="1099" y="2252"/>
                  </a:cubicBezTo>
                  <a:cubicBezTo>
                    <a:pt x="1240" y="2252"/>
                    <a:pt x="1376" y="2173"/>
                    <a:pt x="1439" y="2037"/>
                  </a:cubicBezTo>
                  <a:lnTo>
                    <a:pt x="2000" y="856"/>
                  </a:lnTo>
                  <a:cubicBezTo>
                    <a:pt x="2089" y="669"/>
                    <a:pt x="2009" y="443"/>
                    <a:pt x="1822" y="355"/>
                  </a:cubicBezTo>
                  <a:lnTo>
                    <a:pt x="1150" y="36"/>
                  </a:lnTo>
                  <a:cubicBezTo>
                    <a:pt x="1099" y="11"/>
                    <a:pt x="1045" y="0"/>
                    <a:pt x="99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2426;p29"/>
            <p:cNvSpPr/>
            <p:nvPr/>
          </p:nvSpPr>
          <p:spPr>
            <a:xfrm>
              <a:off x="8557200" y="781920"/>
              <a:ext cx="55440" cy="849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1445" h="2215" fill="none">
                  <a:moveTo>
                    <a:pt x="155" y="2069"/>
                  </a:moveTo>
                  <a:lnTo>
                    <a:pt x="366" y="2166"/>
                  </a:lnTo>
                  <a:cubicBezTo>
                    <a:pt x="473" y="2215"/>
                    <a:pt x="599" y="2167"/>
                    <a:pt x="648" y="2062"/>
                  </a:cubicBezTo>
                  <a:lnTo>
                    <a:pt x="1395" y="426"/>
                  </a:lnTo>
                  <a:cubicBezTo>
                    <a:pt x="1444" y="321"/>
                    <a:pt x="1397" y="194"/>
                    <a:pt x="1290" y="145"/>
                  </a:cubicBezTo>
                  <a:lnTo>
                    <a:pt x="1079" y="49"/>
                  </a:lnTo>
                  <a:cubicBezTo>
                    <a:pt x="972" y="0"/>
                    <a:pt x="845" y="48"/>
                    <a:pt x="797" y="154"/>
                  </a:cubicBezTo>
                  <a:lnTo>
                    <a:pt x="50" y="1789"/>
                  </a:lnTo>
                  <a:cubicBezTo>
                    <a:pt x="1" y="1894"/>
                    <a:pt x="48" y="2021"/>
                    <a:pt x="155" y="2069"/>
                  </a:cubicBezTo>
                  <a:close/>
                </a:path>
              </a:pathLst>
            </a:custGeom>
            <a:noFill/>
            <a:ln w="47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2427;p29"/>
            <p:cNvSpPr/>
            <p:nvPr/>
          </p:nvSpPr>
          <p:spPr>
            <a:xfrm>
              <a:off x="8559000" y="781560"/>
              <a:ext cx="55440" cy="849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1445" h="2216" fill="none">
                  <a:moveTo>
                    <a:pt x="155" y="2070"/>
                  </a:moveTo>
                  <a:lnTo>
                    <a:pt x="366" y="2166"/>
                  </a:lnTo>
                  <a:cubicBezTo>
                    <a:pt x="473" y="2215"/>
                    <a:pt x="599" y="2168"/>
                    <a:pt x="648" y="2063"/>
                  </a:cubicBezTo>
                  <a:lnTo>
                    <a:pt x="1395" y="426"/>
                  </a:lnTo>
                  <a:cubicBezTo>
                    <a:pt x="1444" y="321"/>
                    <a:pt x="1397" y="195"/>
                    <a:pt x="1290" y="146"/>
                  </a:cubicBezTo>
                  <a:lnTo>
                    <a:pt x="1079" y="49"/>
                  </a:lnTo>
                  <a:cubicBezTo>
                    <a:pt x="972" y="0"/>
                    <a:pt x="846" y="48"/>
                    <a:pt x="797" y="154"/>
                  </a:cubicBezTo>
                  <a:lnTo>
                    <a:pt x="50" y="1789"/>
                  </a:lnTo>
                  <a:cubicBezTo>
                    <a:pt x="1" y="1896"/>
                    <a:pt x="48" y="2022"/>
                    <a:pt x="155" y="2070"/>
                  </a:cubicBezTo>
                  <a:close/>
                </a:path>
              </a:pathLst>
            </a:custGeom>
            <a:noFill/>
            <a:ln w="4725">
              <a:solidFill>
                <a:srgbClr val="E590E6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2428;p29"/>
            <p:cNvSpPr/>
            <p:nvPr/>
          </p:nvSpPr>
          <p:spPr>
            <a:xfrm>
              <a:off x="8586720" y="756360"/>
              <a:ext cx="20880" cy="118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552" h="314">
                  <a:moveTo>
                    <a:pt x="299" y="0"/>
                  </a:moveTo>
                  <a:cubicBezTo>
                    <a:pt x="266" y="0"/>
                    <a:pt x="234" y="6"/>
                    <a:pt x="202" y="18"/>
                  </a:cubicBezTo>
                  <a:cubicBezTo>
                    <a:pt x="84" y="66"/>
                    <a:pt x="5" y="189"/>
                    <a:pt x="1" y="313"/>
                  </a:cubicBezTo>
                  <a:cubicBezTo>
                    <a:pt x="41" y="205"/>
                    <a:pt x="110" y="106"/>
                    <a:pt x="219" y="61"/>
                  </a:cubicBezTo>
                  <a:cubicBezTo>
                    <a:pt x="252" y="49"/>
                    <a:pt x="285" y="44"/>
                    <a:pt x="319" y="44"/>
                  </a:cubicBezTo>
                  <a:cubicBezTo>
                    <a:pt x="397" y="44"/>
                    <a:pt x="477" y="72"/>
                    <a:pt x="552" y="100"/>
                  </a:cubicBezTo>
                  <a:cubicBezTo>
                    <a:pt x="483" y="43"/>
                    <a:pt x="391" y="0"/>
                    <a:pt x="29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2429;p29"/>
            <p:cNvSpPr/>
            <p:nvPr/>
          </p:nvSpPr>
          <p:spPr>
            <a:xfrm>
              <a:off x="8560800" y="821880"/>
              <a:ext cx="12600" cy="2808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334" h="737">
                  <a:moveTo>
                    <a:pt x="333" y="1"/>
                  </a:moveTo>
                  <a:lnTo>
                    <a:pt x="333" y="1"/>
                  </a:lnTo>
                  <a:cubicBezTo>
                    <a:pt x="261" y="115"/>
                    <a:pt x="202" y="235"/>
                    <a:pt x="146" y="358"/>
                  </a:cubicBezTo>
                  <a:cubicBezTo>
                    <a:pt x="91" y="480"/>
                    <a:pt x="38" y="608"/>
                    <a:pt x="1" y="736"/>
                  </a:cubicBezTo>
                  <a:cubicBezTo>
                    <a:pt x="73" y="623"/>
                    <a:pt x="133" y="499"/>
                    <a:pt x="189" y="378"/>
                  </a:cubicBezTo>
                  <a:cubicBezTo>
                    <a:pt x="244" y="254"/>
                    <a:pt x="296" y="130"/>
                    <a:pt x="33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2430;p29"/>
            <p:cNvSpPr/>
            <p:nvPr/>
          </p:nvSpPr>
          <p:spPr>
            <a:xfrm>
              <a:off x="8588160" y="782280"/>
              <a:ext cx="16920" cy="86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449" h="232">
                  <a:moveTo>
                    <a:pt x="247" y="0"/>
                  </a:moveTo>
                  <a:cubicBezTo>
                    <a:pt x="126" y="0"/>
                    <a:pt x="18" y="78"/>
                    <a:pt x="0" y="231"/>
                  </a:cubicBezTo>
                  <a:cubicBezTo>
                    <a:pt x="71" y="95"/>
                    <a:pt x="158" y="44"/>
                    <a:pt x="271" y="44"/>
                  </a:cubicBezTo>
                  <a:cubicBezTo>
                    <a:pt x="324" y="44"/>
                    <a:pt x="383" y="56"/>
                    <a:pt x="449" y="75"/>
                  </a:cubicBezTo>
                  <a:cubicBezTo>
                    <a:pt x="387" y="25"/>
                    <a:pt x="315" y="0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2431;p29"/>
            <p:cNvSpPr/>
            <p:nvPr/>
          </p:nvSpPr>
          <p:spPr>
            <a:xfrm>
              <a:off x="9705960" y="526320"/>
              <a:ext cx="68400" cy="835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1779" h="2174">
                  <a:moveTo>
                    <a:pt x="641" y="1"/>
                  </a:moveTo>
                  <a:cubicBezTo>
                    <a:pt x="463" y="1"/>
                    <a:pt x="304" y="129"/>
                    <a:pt x="271" y="309"/>
                  </a:cubicBezTo>
                  <a:lnTo>
                    <a:pt x="36" y="1597"/>
                  </a:lnTo>
                  <a:cubicBezTo>
                    <a:pt x="0" y="1800"/>
                    <a:pt x="135" y="1997"/>
                    <a:pt x="340" y="2035"/>
                  </a:cubicBezTo>
                  <a:lnTo>
                    <a:pt x="1071" y="2167"/>
                  </a:lnTo>
                  <a:cubicBezTo>
                    <a:pt x="1093" y="2171"/>
                    <a:pt x="1116" y="2173"/>
                    <a:pt x="1138" y="2173"/>
                  </a:cubicBezTo>
                  <a:cubicBezTo>
                    <a:pt x="1316" y="2173"/>
                    <a:pt x="1475" y="2045"/>
                    <a:pt x="1508" y="1865"/>
                  </a:cubicBezTo>
                  <a:lnTo>
                    <a:pt x="1741" y="577"/>
                  </a:lnTo>
                  <a:cubicBezTo>
                    <a:pt x="1779" y="374"/>
                    <a:pt x="1642" y="177"/>
                    <a:pt x="1439" y="139"/>
                  </a:cubicBezTo>
                  <a:lnTo>
                    <a:pt x="708" y="7"/>
                  </a:lnTo>
                  <a:cubicBezTo>
                    <a:pt x="686" y="3"/>
                    <a:pt x="663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2432;p29"/>
            <p:cNvSpPr/>
            <p:nvPr/>
          </p:nvSpPr>
          <p:spPr>
            <a:xfrm>
              <a:off x="9713160" y="555840"/>
              <a:ext cx="37440" cy="87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984" h="2270" fill="none">
                  <a:moveTo>
                    <a:pt x="193" y="2212"/>
                  </a:moveTo>
                  <a:lnTo>
                    <a:pt x="424" y="2249"/>
                  </a:lnTo>
                  <a:cubicBezTo>
                    <a:pt x="539" y="2270"/>
                    <a:pt x="648" y="2190"/>
                    <a:pt x="668" y="2075"/>
                  </a:cubicBezTo>
                  <a:lnTo>
                    <a:pt x="965" y="302"/>
                  </a:lnTo>
                  <a:cubicBezTo>
                    <a:pt x="983" y="187"/>
                    <a:pt x="906" y="78"/>
                    <a:pt x="791" y="58"/>
                  </a:cubicBezTo>
                  <a:lnTo>
                    <a:pt x="560" y="20"/>
                  </a:lnTo>
                  <a:cubicBezTo>
                    <a:pt x="445" y="0"/>
                    <a:pt x="336" y="79"/>
                    <a:pt x="316" y="194"/>
                  </a:cubicBezTo>
                  <a:lnTo>
                    <a:pt x="19" y="1967"/>
                  </a:lnTo>
                  <a:cubicBezTo>
                    <a:pt x="1" y="2082"/>
                    <a:pt x="78" y="2192"/>
                    <a:pt x="193" y="2212"/>
                  </a:cubicBezTo>
                  <a:close/>
                </a:path>
              </a:pathLst>
            </a:custGeom>
            <a:noFill/>
            <a:ln w="47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2433;p29"/>
            <p:cNvSpPr/>
            <p:nvPr/>
          </p:nvSpPr>
          <p:spPr>
            <a:xfrm>
              <a:off x="9714960" y="555120"/>
              <a:ext cx="37440" cy="87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984" h="2270" fill="none">
                  <a:moveTo>
                    <a:pt x="195" y="2210"/>
                  </a:moveTo>
                  <a:lnTo>
                    <a:pt x="423" y="2249"/>
                  </a:lnTo>
                  <a:cubicBezTo>
                    <a:pt x="539" y="2269"/>
                    <a:pt x="649" y="2190"/>
                    <a:pt x="668" y="2075"/>
                  </a:cubicBezTo>
                  <a:lnTo>
                    <a:pt x="965" y="302"/>
                  </a:lnTo>
                  <a:cubicBezTo>
                    <a:pt x="983" y="187"/>
                    <a:pt x="906" y="78"/>
                    <a:pt x="790" y="58"/>
                  </a:cubicBezTo>
                  <a:lnTo>
                    <a:pt x="560" y="19"/>
                  </a:lnTo>
                  <a:cubicBezTo>
                    <a:pt x="445" y="0"/>
                    <a:pt x="336" y="79"/>
                    <a:pt x="315" y="194"/>
                  </a:cubicBezTo>
                  <a:lnTo>
                    <a:pt x="19" y="1967"/>
                  </a:lnTo>
                  <a:cubicBezTo>
                    <a:pt x="0" y="2082"/>
                    <a:pt x="79" y="2192"/>
                    <a:pt x="195" y="2210"/>
                  </a:cubicBezTo>
                  <a:close/>
                </a:path>
              </a:pathLst>
            </a:custGeom>
            <a:noFill/>
            <a:ln w="4725">
              <a:solidFill>
                <a:srgbClr val="FFD6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2434;p29"/>
            <p:cNvSpPr/>
            <p:nvPr/>
          </p:nvSpPr>
          <p:spPr>
            <a:xfrm>
              <a:off x="9725400" y="555120"/>
              <a:ext cx="15840" cy="1116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422" h="299">
                  <a:moveTo>
                    <a:pt x="285" y="1"/>
                  </a:moveTo>
                  <a:cubicBezTo>
                    <a:pt x="130" y="1"/>
                    <a:pt x="0" y="113"/>
                    <a:pt x="28" y="299"/>
                  </a:cubicBezTo>
                  <a:cubicBezTo>
                    <a:pt x="40" y="253"/>
                    <a:pt x="54" y="210"/>
                    <a:pt x="74" y="171"/>
                  </a:cubicBezTo>
                  <a:cubicBezTo>
                    <a:pt x="137" y="53"/>
                    <a:pt x="274" y="30"/>
                    <a:pt x="398" y="30"/>
                  </a:cubicBezTo>
                  <a:cubicBezTo>
                    <a:pt x="406" y="30"/>
                    <a:pt x="413" y="30"/>
                    <a:pt x="421" y="30"/>
                  </a:cubicBezTo>
                  <a:cubicBezTo>
                    <a:pt x="376" y="10"/>
                    <a:pt x="329" y="1"/>
                    <a:pt x="28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2435;p29"/>
            <p:cNvSpPr/>
            <p:nvPr/>
          </p:nvSpPr>
          <p:spPr>
            <a:xfrm>
              <a:off x="9715680" y="600120"/>
              <a:ext cx="4680" cy="30600"/>
            </a:xfrm>
            <a:custGeom>
              <a:avLst/>
              <a:gdLst>
                <a:gd name="textAreaLeft" fmla="*/ 0 w 4680"/>
                <a:gd name="textAreaRight" fmla="*/ 5040 w 468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31" h="799">
                  <a:moveTo>
                    <a:pt x="131" y="1"/>
                  </a:moveTo>
                  <a:cubicBezTo>
                    <a:pt x="91" y="130"/>
                    <a:pt x="65" y="263"/>
                    <a:pt x="42" y="395"/>
                  </a:cubicBezTo>
                  <a:cubicBezTo>
                    <a:pt x="22" y="528"/>
                    <a:pt x="3" y="664"/>
                    <a:pt x="0" y="798"/>
                  </a:cubicBezTo>
                  <a:cubicBezTo>
                    <a:pt x="40" y="670"/>
                    <a:pt x="66" y="535"/>
                    <a:pt x="89" y="404"/>
                  </a:cubicBezTo>
                  <a:cubicBezTo>
                    <a:pt x="109" y="270"/>
                    <a:pt x="128" y="136"/>
                    <a:pt x="13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2436;p29"/>
            <p:cNvSpPr/>
            <p:nvPr/>
          </p:nvSpPr>
          <p:spPr>
            <a:xfrm>
              <a:off x="9718200" y="530280"/>
              <a:ext cx="19080" cy="147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506" h="392">
                  <a:moveTo>
                    <a:pt x="323" y="0"/>
                  </a:moveTo>
                  <a:cubicBezTo>
                    <a:pt x="260" y="0"/>
                    <a:pt x="198" y="16"/>
                    <a:pt x="146" y="54"/>
                  </a:cubicBezTo>
                  <a:cubicBezTo>
                    <a:pt x="45" y="130"/>
                    <a:pt x="0" y="269"/>
                    <a:pt x="28" y="392"/>
                  </a:cubicBezTo>
                  <a:cubicBezTo>
                    <a:pt x="39" y="275"/>
                    <a:pt x="81" y="163"/>
                    <a:pt x="174" y="91"/>
                  </a:cubicBezTo>
                  <a:cubicBezTo>
                    <a:pt x="236" y="47"/>
                    <a:pt x="311" y="35"/>
                    <a:pt x="386" y="35"/>
                  </a:cubicBezTo>
                  <a:cubicBezTo>
                    <a:pt x="426" y="35"/>
                    <a:pt x="466" y="38"/>
                    <a:pt x="505" y="42"/>
                  </a:cubicBezTo>
                  <a:cubicBezTo>
                    <a:pt x="450" y="16"/>
                    <a:pt x="386" y="0"/>
                    <a:pt x="3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2437;p29"/>
            <p:cNvSpPr/>
            <p:nvPr/>
          </p:nvSpPr>
          <p:spPr>
            <a:xfrm>
              <a:off x="9079560" y="288360"/>
              <a:ext cx="118800" cy="14832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93" h="3854">
                  <a:moveTo>
                    <a:pt x="2111" y="1"/>
                  </a:moveTo>
                  <a:cubicBezTo>
                    <a:pt x="1390" y="1"/>
                    <a:pt x="430" y="1459"/>
                    <a:pt x="223" y="2112"/>
                  </a:cubicBezTo>
                  <a:cubicBezTo>
                    <a:pt x="0" y="2811"/>
                    <a:pt x="413" y="3561"/>
                    <a:pt x="1144" y="3788"/>
                  </a:cubicBezTo>
                  <a:cubicBezTo>
                    <a:pt x="1287" y="3833"/>
                    <a:pt x="1432" y="3854"/>
                    <a:pt x="1573" y="3854"/>
                  </a:cubicBezTo>
                  <a:cubicBezTo>
                    <a:pt x="2156" y="3854"/>
                    <a:pt x="2691" y="3496"/>
                    <a:pt x="2870" y="2935"/>
                  </a:cubicBezTo>
                  <a:cubicBezTo>
                    <a:pt x="3093" y="2235"/>
                    <a:pt x="2988" y="250"/>
                    <a:pt x="2256" y="22"/>
                  </a:cubicBezTo>
                  <a:cubicBezTo>
                    <a:pt x="2209" y="8"/>
                    <a:pt x="2161" y="1"/>
                    <a:pt x="211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2438;p29"/>
            <p:cNvSpPr/>
            <p:nvPr/>
          </p:nvSpPr>
          <p:spPr>
            <a:xfrm>
              <a:off x="8995680" y="244440"/>
              <a:ext cx="165960" cy="10332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314" h="2690">
                  <a:moveTo>
                    <a:pt x="1942" y="0"/>
                  </a:moveTo>
                  <a:cubicBezTo>
                    <a:pt x="1652" y="0"/>
                    <a:pt x="1392" y="21"/>
                    <a:pt x="1209" y="59"/>
                  </a:cubicBezTo>
                  <a:cubicBezTo>
                    <a:pt x="464" y="211"/>
                    <a:pt x="0" y="918"/>
                    <a:pt x="174" y="1636"/>
                  </a:cubicBezTo>
                  <a:cubicBezTo>
                    <a:pt x="325" y="2261"/>
                    <a:pt x="907" y="2690"/>
                    <a:pt x="1546" y="2690"/>
                  </a:cubicBezTo>
                  <a:cubicBezTo>
                    <a:pt x="1641" y="2690"/>
                    <a:pt x="1737" y="2680"/>
                    <a:pt x="1834" y="2661"/>
                  </a:cubicBezTo>
                  <a:cubicBezTo>
                    <a:pt x="2579" y="2508"/>
                    <a:pt x="4313" y="1461"/>
                    <a:pt x="4140" y="742"/>
                  </a:cubicBezTo>
                  <a:cubicBezTo>
                    <a:pt x="4010" y="200"/>
                    <a:pt x="2832" y="0"/>
                    <a:pt x="194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2439;p29"/>
            <p:cNvSpPr/>
            <p:nvPr/>
          </p:nvSpPr>
          <p:spPr>
            <a:xfrm>
              <a:off x="9031320" y="131760"/>
              <a:ext cx="154080" cy="128880"/>
            </a:xfrm>
            <a:custGeom>
              <a:avLst/>
              <a:gdLst>
                <a:gd name="textAreaLeft" fmla="*/ 0 w 154080"/>
                <a:gd name="textAreaRight" fmla="*/ 154440 w 154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4001" h="3351">
                  <a:moveTo>
                    <a:pt x="1506" y="0"/>
                  </a:moveTo>
                  <a:cubicBezTo>
                    <a:pt x="1176" y="0"/>
                    <a:pt x="848" y="113"/>
                    <a:pt x="588" y="341"/>
                  </a:cubicBezTo>
                  <a:cubicBezTo>
                    <a:pt x="31" y="833"/>
                    <a:pt x="1" y="1674"/>
                    <a:pt x="523" y="2220"/>
                  </a:cubicBezTo>
                  <a:cubicBezTo>
                    <a:pt x="942" y="2659"/>
                    <a:pt x="2212" y="3350"/>
                    <a:pt x="2985" y="3350"/>
                  </a:cubicBezTo>
                  <a:cubicBezTo>
                    <a:pt x="3174" y="3350"/>
                    <a:pt x="3333" y="3309"/>
                    <a:pt x="3443" y="3212"/>
                  </a:cubicBezTo>
                  <a:cubicBezTo>
                    <a:pt x="4000" y="2721"/>
                    <a:pt x="3066" y="986"/>
                    <a:pt x="2544" y="440"/>
                  </a:cubicBezTo>
                  <a:cubicBezTo>
                    <a:pt x="2264" y="149"/>
                    <a:pt x="1884" y="0"/>
                    <a:pt x="15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2440;p29"/>
            <p:cNvSpPr/>
            <p:nvPr/>
          </p:nvSpPr>
          <p:spPr>
            <a:xfrm>
              <a:off x="9151920" y="106920"/>
              <a:ext cx="118800" cy="14832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92" h="3853">
                  <a:moveTo>
                    <a:pt x="1519" y="1"/>
                  </a:moveTo>
                  <a:cubicBezTo>
                    <a:pt x="936" y="1"/>
                    <a:pt x="402" y="358"/>
                    <a:pt x="224" y="920"/>
                  </a:cubicBezTo>
                  <a:cubicBezTo>
                    <a:pt x="1" y="1618"/>
                    <a:pt x="106" y="3604"/>
                    <a:pt x="837" y="3831"/>
                  </a:cubicBezTo>
                  <a:cubicBezTo>
                    <a:pt x="884" y="3846"/>
                    <a:pt x="933" y="3853"/>
                    <a:pt x="983" y="3853"/>
                  </a:cubicBezTo>
                  <a:cubicBezTo>
                    <a:pt x="1704" y="3853"/>
                    <a:pt x="2661" y="2396"/>
                    <a:pt x="2870" y="1742"/>
                  </a:cubicBezTo>
                  <a:cubicBezTo>
                    <a:pt x="3092" y="1044"/>
                    <a:pt x="2680" y="292"/>
                    <a:pt x="1949" y="67"/>
                  </a:cubicBezTo>
                  <a:cubicBezTo>
                    <a:pt x="1806" y="22"/>
                    <a:pt x="1661" y="1"/>
                    <a:pt x="15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2441;p29"/>
            <p:cNvSpPr/>
            <p:nvPr/>
          </p:nvSpPr>
          <p:spPr>
            <a:xfrm>
              <a:off x="9188640" y="195840"/>
              <a:ext cx="165960" cy="10332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314" h="2691">
                  <a:moveTo>
                    <a:pt x="2769" y="1"/>
                  </a:moveTo>
                  <a:cubicBezTo>
                    <a:pt x="2673" y="1"/>
                    <a:pt x="2577" y="10"/>
                    <a:pt x="2480" y="30"/>
                  </a:cubicBezTo>
                  <a:cubicBezTo>
                    <a:pt x="1736" y="183"/>
                    <a:pt x="1" y="1230"/>
                    <a:pt x="175" y="1948"/>
                  </a:cubicBezTo>
                  <a:cubicBezTo>
                    <a:pt x="305" y="2490"/>
                    <a:pt x="1485" y="2690"/>
                    <a:pt x="2375" y="2690"/>
                  </a:cubicBezTo>
                  <a:cubicBezTo>
                    <a:pt x="2665" y="2690"/>
                    <a:pt x="2924" y="2669"/>
                    <a:pt x="3106" y="2632"/>
                  </a:cubicBezTo>
                  <a:cubicBezTo>
                    <a:pt x="3850" y="2479"/>
                    <a:pt x="4313" y="1773"/>
                    <a:pt x="4141" y="1055"/>
                  </a:cubicBezTo>
                  <a:cubicBezTo>
                    <a:pt x="3990" y="428"/>
                    <a:pt x="3408" y="1"/>
                    <a:pt x="27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2442;p29"/>
            <p:cNvSpPr/>
            <p:nvPr/>
          </p:nvSpPr>
          <p:spPr>
            <a:xfrm>
              <a:off x="9165240" y="282960"/>
              <a:ext cx="154080" cy="128880"/>
            </a:xfrm>
            <a:custGeom>
              <a:avLst/>
              <a:gdLst>
                <a:gd name="textAreaLeft" fmla="*/ 0 w 154080"/>
                <a:gd name="textAreaRight" fmla="*/ 154440 w 154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4002" h="3352">
                  <a:moveTo>
                    <a:pt x="1016" y="1"/>
                  </a:moveTo>
                  <a:cubicBezTo>
                    <a:pt x="827" y="1"/>
                    <a:pt x="669" y="42"/>
                    <a:pt x="559" y="138"/>
                  </a:cubicBezTo>
                  <a:cubicBezTo>
                    <a:pt x="1" y="630"/>
                    <a:pt x="936" y="2364"/>
                    <a:pt x="1458" y="2911"/>
                  </a:cubicBezTo>
                  <a:cubicBezTo>
                    <a:pt x="1737" y="3203"/>
                    <a:pt x="2116" y="3351"/>
                    <a:pt x="2495" y="3351"/>
                  </a:cubicBezTo>
                  <a:cubicBezTo>
                    <a:pt x="2825" y="3351"/>
                    <a:pt x="3153" y="3238"/>
                    <a:pt x="3413" y="3009"/>
                  </a:cubicBezTo>
                  <a:cubicBezTo>
                    <a:pt x="3971" y="2518"/>
                    <a:pt x="4001" y="1677"/>
                    <a:pt x="3479" y="1131"/>
                  </a:cubicBezTo>
                  <a:cubicBezTo>
                    <a:pt x="3059" y="693"/>
                    <a:pt x="1788" y="1"/>
                    <a:pt x="10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2443;p29"/>
            <p:cNvSpPr/>
            <p:nvPr/>
          </p:nvSpPr>
          <p:spPr>
            <a:xfrm>
              <a:off x="8614080" y="639000"/>
              <a:ext cx="27360" cy="1054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719" h="2741">
                  <a:moveTo>
                    <a:pt x="712" y="0"/>
                  </a:moveTo>
                  <a:cubicBezTo>
                    <a:pt x="476" y="415"/>
                    <a:pt x="327" y="872"/>
                    <a:pt x="203" y="1330"/>
                  </a:cubicBezTo>
                  <a:cubicBezTo>
                    <a:pt x="101" y="1732"/>
                    <a:pt x="23" y="2142"/>
                    <a:pt x="3" y="2558"/>
                  </a:cubicBezTo>
                  <a:cubicBezTo>
                    <a:pt x="1" y="2618"/>
                    <a:pt x="0" y="2678"/>
                    <a:pt x="1" y="2740"/>
                  </a:cubicBezTo>
                  <a:cubicBezTo>
                    <a:pt x="35" y="2687"/>
                    <a:pt x="62" y="2634"/>
                    <a:pt x="89" y="2579"/>
                  </a:cubicBezTo>
                  <a:cubicBezTo>
                    <a:pt x="275" y="2208"/>
                    <a:pt x="406" y="1811"/>
                    <a:pt x="511" y="1411"/>
                  </a:cubicBezTo>
                  <a:cubicBezTo>
                    <a:pt x="626" y="950"/>
                    <a:pt x="718" y="478"/>
                    <a:pt x="71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444;p29"/>
            <p:cNvSpPr/>
            <p:nvPr/>
          </p:nvSpPr>
          <p:spPr>
            <a:xfrm>
              <a:off x="8563680" y="892080"/>
              <a:ext cx="42120" cy="2361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1097" h="6128">
                  <a:moveTo>
                    <a:pt x="1023" y="0"/>
                  </a:moveTo>
                  <a:lnTo>
                    <a:pt x="1023" y="0"/>
                  </a:lnTo>
                  <a:cubicBezTo>
                    <a:pt x="643" y="1188"/>
                    <a:pt x="379" y="2412"/>
                    <a:pt x="144" y="3635"/>
                  </a:cubicBezTo>
                  <a:cubicBezTo>
                    <a:pt x="108" y="3844"/>
                    <a:pt x="61" y="4053"/>
                    <a:pt x="32" y="4260"/>
                  </a:cubicBezTo>
                  <a:cubicBezTo>
                    <a:pt x="4" y="4477"/>
                    <a:pt x="0" y="4697"/>
                    <a:pt x="27" y="4915"/>
                  </a:cubicBezTo>
                  <a:cubicBezTo>
                    <a:pt x="78" y="5355"/>
                    <a:pt x="285" y="5793"/>
                    <a:pt x="694" y="6001"/>
                  </a:cubicBezTo>
                  <a:cubicBezTo>
                    <a:pt x="822" y="6067"/>
                    <a:pt x="959" y="6108"/>
                    <a:pt x="1097" y="6128"/>
                  </a:cubicBezTo>
                  <a:cubicBezTo>
                    <a:pt x="846" y="6026"/>
                    <a:pt x="619" y="5864"/>
                    <a:pt x="479" y="5634"/>
                  </a:cubicBezTo>
                  <a:cubicBezTo>
                    <a:pt x="341" y="5414"/>
                    <a:pt x="287" y="5151"/>
                    <a:pt x="276" y="4893"/>
                  </a:cubicBezTo>
                  <a:cubicBezTo>
                    <a:pt x="268" y="4633"/>
                    <a:pt x="299" y="4366"/>
                    <a:pt x="363" y="4113"/>
                  </a:cubicBezTo>
                  <a:cubicBezTo>
                    <a:pt x="392" y="3997"/>
                    <a:pt x="425" y="3824"/>
                    <a:pt x="451" y="3706"/>
                  </a:cubicBezTo>
                  <a:cubicBezTo>
                    <a:pt x="698" y="2483"/>
                    <a:pt x="920" y="1245"/>
                    <a:pt x="10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445;p29"/>
            <p:cNvSpPr/>
            <p:nvPr/>
          </p:nvSpPr>
          <p:spPr>
            <a:xfrm>
              <a:off x="9123120" y="1244520"/>
              <a:ext cx="314640" cy="34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8168" h="906">
                  <a:moveTo>
                    <a:pt x="8167" y="0"/>
                  </a:moveTo>
                  <a:lnTo>
                    <a:pt x="8167" y="0"/>
                  </a:lnTo>
                  <a:cubicBezTo>
                    <a:pt x="8070" y="146"/>
                    <a:pt x="7929" y="251"/>
                    <a:pt x="7776" y="333"/>
                  </a:cubicBezTo>
                  <a:cubicBezTo>
                    <a:pt x="7317" y="568"/>
                    <a:pt x="6794" y="643"/>
                    <a:pt x="6279" y="643"/>
                  </a:cubicBezTo>
                  <a:cubicBezTo>
                    <a:pt x="6195" y="643"/>
                    <a:pt x="6112" y="641"/>
                    <a:pt x="6029" y="638"/>
                  </a:cubicBezTo>
                  <a:cubicBezTo>
                    <a:pt x="5861" y="632"/>
                    <a:pt x="5685" y="610"/>
                    <a:pt x="5518" y="589"/>
                  </a:cubicBezTo>
                  <a:cubicBezTo>
                    <a:pt x="5265" y="556"/>
                    <a:pt x="4984" y="524"/>
                    <a:pt x="4732" y="495"/>
                  </a:cubicBezTo>
                  <a:cubicBezTo>
                    <a:pt x="3163" y="328"/>
                    <a:pt x="1582" y="202"/>
                    <a:pt x="1" y="202"/>
                  </a:cubicBezTo>
                  <a:cubicBezTo>
                    <a:pt x="1728" y="513"/>
                    <a:pt x="3479" y="694"/>
                    <a:pt x="5225" y="856"/>
                  </a:cubicBezTo>
                  <a:cubicBezTo>
                    <a:pt x="5466" y="877"/>
                    <a:pt x="5730" y="906"/>
                    <a:pt x="5976" y="906"/>
                  </a:cubicBezTo>
                  <a:cubicBezTo>
                    <a:pt x="5992" y="906"/>
                    <a:pt x="6009" y="906"/>
                    <a:pt x="6025" y="905"/>
                  </a:cubicBezTo>
                  <a:cubicBezTo>
                    <a:pt x="6649" y="894"/>
                    <a:pt x="7305" y="776"/>
                    <a:pt x="7824" y="406"/>
                  </a:cubicBezTo>
                  <a:cubicBezTo>
                    <a:pt x="7966" y="300"/>
                    <a:pt x="8100" y="167"/>
                    <a:pt x="816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2446;p29"/>
            <p:cNvSpPr/>
            <p:nvPr/>
          </p:nvSpPr>
          <p:spPr>
            <a:xfrm>
              <a:off x="9196200" y="878040"/>
              <a:ext cx="222480" cy="291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5780" h="764">
                  <a:moveTo>
                    <a:pt x="0" y="1"/>
                  </a:moveTo>
                  <a:lnTo>
                    <a:pt x="0" y="1"/>
                  </a:lnTo>
                  <a:cubicBezTo>
                    <a:pt x="941" y="252"/>
                    <a:pt x="1905" y="408"/>
                    <a:pt x="2868" y="540"/>
                  </a:cubicBezTo>
                  <a:cubicBezTo>
                    <a:pt x="3834" y="662"/>
                    <a:pt x="4805" y="763"/>
                    <a:pt x="5779" y="763"/>
                  </a:cubicBezTo>
                  <a:cubicBezTo>
                    <a:pt x="4838" y="510"/>
                    <a:pt x="3874" y="355"/>
                    <a:pt x="2911" y="224"/>
                  </a:cubicBezTo>
                  <a:cubicBezTo>
                    <a:pt x="1946" y="101"/>
                    <a:pt x="974" y="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2447;p29"/>
            <p:cNvSpPr/>
            <p:nvPr/>
          </p:nvSpPr>
          <p:spPr>
            <a:xfrm>
              <a:off x="8860680" y="192600"/>
              <a:ext cx="141120" cy="31320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313200"/>
                <a:gd name="textAreaBottom" fmla="*/ 313560 h 313200"/>
              </a:gdLst>
              <a:ahLst/>
              <a:cxnLst/>
              <a:rect l="textAreaLeft" t="textAreaTop" r="textAreaRight" b="textAreaBottom"/>
              <a:pathLst>
                <a:path w="3663" h="8128">
                  <a:moveTo>
                    <a:pt x="697" y="0"/>
                  </a:moveTo>
                  <a:lnTo>
                    <a:pt x="697" y="0"/>
                  </a:lnTo>
                  <a:cubicBezTo>
                    <a:pt x="0" y="1818"/>
                    <a:pt x="183" y="4009"/>
                    <a:pt x="1173" y="5687"/>
                  </a:cubicBezTo>
                  <a:cubicBezTo>
                    <a:pt x="1570" y="6366"/>
                    <a:pt x="2095" y="6968"/>
                    <a:pt x="2703" y="7466"/>
                  </a:cubicBezTo>
                  <a:cubicBezTo>
                    <a:pt x="2888" y="7618"/>
                    <a:pt x="3091" y="7768"/>
                    <a:pt x="3291" y="7899"/>
                  </a:cubicBezTo>
                  <a:cubicBezTo>
                    <a:pt x="3408" y="7977"/>
                    <a:pt x="3543" y="8059"/>
                    <a:pt x="3663" y="8128"/>
                  </a:cubicBezTo>
                  <a:cubicBezTo>
                    <a:pt x="3589" y="8064"/>
                    <a:pt x="3514" y="8004"/>
                    <a:pt x="3442" y="7939"/>
                  </a:cubicBezTo>
                  <a:cubicBezTo>
                    <a:pt x="3262" y="7785"/>
                    <a:pt x="3080" y="7617"/>
                    <a:pt x="2910" y="7451"/>
                  </a:cubicBezTo>
                  <a:cubicBezTo>
                    <a:pt x="2350" y="6903"/>
                    <a:pt x="1854" y="6284"/>
                    <a:pt x="1469" y="5601"/>
                  </a:cubicBezTo>
                  <a:cubicBezTo>
                    <a:pt x="520" y="3917"/>
                    <a:pt x="312" y="1882"/>
                    <a:pt x="69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2448;p29"/>
            <p:cNvSpPr/>
            <p:nvPr/>
          </p:nvSpPr>
          <p:spPr>
            <a:xfrm>
              <a:off x="8482680" y="-281880"/>
              <a:ext cx="131040" cy="132480"/>
            </a:xfrm>
            <a:custGeom>
              <a:avLst/>
              <a:gdLst>
                <a:gd name="textAreaLeft" fmla="*/ 0 w 131040"/>
                <a:gd name="textAreaRight" fmla="*/ 131400 w 13104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3406" h="3441">
                  <a:moveTo>
                    <a:pt x="1976" y="0"/>
                  </a:moveTo>
                  <a:cubicBezTo>
                    <a:pt x="1556" y="0"/>
                    <a:pt x="1146" y="215"/>
                    <a:pt x="919" y="601"/>
                  </a:cubicBezTo>
                  <a:lnTo>
                    <a:pt x="343" y="1572"/>
                  </a:lnTo>
                  <a:cubicBezTo>
                    <a:pt x="1" y="2152"/>
                    <a:pt x="193" y="2907"/>
                    <a:pt x="773" y="3250"/>
                  </a:cubicBezTo>
                  <a:lnTo>
                    <a:pt x="809" y="3271"/>
                  </a:lnTo>
                  <a:cubicBezTo>
                    <a:pt x="1004" y="3386"/>
                    <a:pt x="1217" y="3441"/>
                    <a:pt x="1428" y="3441"/>
                  </a:cubicBezTo>
                  <a:cubicBezTo>
                    <a:pt x="1848" y="3441"/>
                    <a:pt x="2258" y="3225"/>
                    <a:pt x="2487" y="2840"/>
                  </a:cubicBezTo>
                  <a:lnTo>
                    <a:pt x="3061" y="1868"/>
                  </a:lnTo>
                  <a:cubicBezTo>
                    <a:pt x="3405" y="1288"/>
                    <a:pt x="3211" y="533"/>
                    <a:pt x="2631" y="190"/>
                  </a:cubicBezTo>
                  <a:lnTo>
                    <a:pt x="2597" y="170"/>
                  </a:lnTo>
                  <a:cubicBezTo>
                    <a:pt x="2402" y="55"/>
                    <a:pt x="2188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240" bIns="66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2449;p29"/>
            <p:cNvSpPr/>
            <p:nvPr/>
          </p:nvSpPr>
          <p:spPr>
            <a:xfrm>
              <a:off x="8475120" y="-289440"/>
              <a:ext cx="131040" cy="132480"/>
            </a:xfrm>
            <a:custGeom>
              <a:avLst/>
              <a:gdLst>
                <a:gd name="textAreaLeft" fmla="*/ 0 w 131040"/>
                <a:gd name="textAreaRight" fmla="*/ 131400 w 13104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3406" h="3442">
                  <a:moveTo>
                    <a:pt x="1976" y="0"/>
                  </a:moveTo>
                  <a:cubicBezTo>
                    <a:pt x="1557" y="0"/>
                    <a:pt x="1147" y="215"/>
                    <a:pt x="919" y="600"/>
                  </a:cubicBezTo>
                  <a:lnTo>
                    <a:pt x="343" y="1573"/>
                  </a:lnTo>
                  <a:cubicBezTo>
                    <a:pt x="1" y="2153"/>
                    <a:pt x="195" y="2907"/>
                    <a:pt x="775" y="3251"/>
                  </a:cubicBezTo>
                  <a:lnTo>
                    <a:pt x="810" y="3271"/>
                  </a:lnTo>
                  <a:cubicBezTo>
                    <a:pt x="1004" y="3386"/>
                    <a:pt x="1218" y="3441"/>
                    <a:pt x="1430" y="3441"/>
                  </a:cubicBezTo>
                  <a:cubicBezTo>
                    <a:pt x="1850" y="3441"/>
                    <a:pt x="2260" y="3226"/>
                    <a:pt x="2488" y="2841"/>
                  </a:cubicBezTo>
                  <a:lnTo>
                    <a:pt x="3062" y="1868"/>
                  </a:lnTo>
                  <a:cubicBezTo>
                    <a:pt x="3406" y="1289"/>
                    <a:pt x="3211" y="534"/>
                    <a:pt x="2631" y="191"/>
                  </a:cubicBezTo>
                  <a:lnTo>
                    <a:pt x="2597" y="170"/>
                  </a:lnTo>
                  <a:cubicBezTo>
                    <a:pt x="2402" y="55"/>
                    <a:pt x="2188" y="0"/>
                    <a:pt x="1976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240" bIns="66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2450;p29"/>
            <p:cNvSpPr/>
            <p:nvPr/>
          </p:nvSpPr>
          <p:spPr>
            <a:xfrm>
              <a:off x="8100000" y="-194400"/>
              <a:ext cx="474120" cy="811080"/>
            </a:xfrm>
            <a:custGeom>
              <a:avLst/>
              <a:gdLst>
                <a:gd name="textAreaLeft" fmla="*/ 0 w 474120"/>
                <a:gd name="textAreaRight" fmla="*/ 474480 w 474120"/>
                <a:gd name="textAreaTop" fmla="*/ 0 h 811080"/>
                <a:gd name="textAreaBottom" fmla="*/ 811440 h 811080"/>
              </a:gdLst>
              <a:ahLst/>
              <a:cxnLst/>
              <a:rect l="textAreaLeft" t="textAreaTop" r="textAreaRight" b="textAreaBottom"/>
              <a:pathLst>
                <a:path w="12299" h="21037">
                  <a:moveTo>
                    <a:pt x="10127" y="1"/>
                  </a:moveTo>
                  <a:lnTo>
                    <a:pt x="511" y="18076"/>
                  </a:lnTo>
                  <a:lnTo>
                    <a:pt x="490" y="18537"/>
                  </a:lnTo>
                  <a:lnTo>
                    <a:pt x="1153" y="18325"/>
                  </a:lnTo>
                  <a:lnTo>
                    <a:pt x="1215" y="18823"/>
                  </a:lnTo>
                  <a:lnTo>
                    <a:pt x="1858" y="18639"/>
                  </a:lnTo>
                  <a:lnTo>
                    <a:pt x="1858" y="18639"/>
                  </a:lnTo>
                  <a:lnTo>
                    <a:pt x="0" y="21036"/>
                  </a:lnTo>
                  <a:lnTo>
                    <a:pt x="0" y="21036"/>
                  </a:lnTo>
                  <a:lnTo>
                    <a:pt x="2576" y="18912"/>
                  </a:lnTo>
                  <a:lnTo>
                    <a:pt x="12298" y="871"/>
                  </a:lnTo>
                  <a:lnTo>
                    <a:pt x="11582" y="393"/>
                  </a:lnTo>
                  <a:lnTo>
                    <a:pt x="10364" y="713"/>
                  </a:lnTo>
                  <a:lnTo>
                    <a:pt x="1012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2451;p29"/>
            <p:cNvSpPr/>
            <p:nvPr/>
          </p:nvSpPr>
          <p:spPr>
            <a:xfrm>
              <a:off x="8088480" y="462240"/>
              <a:ext cx="97560" cy="152280"/>
            </a:xfrm>
            <a:custGeom>
              <a:avLst/>
              <a:gdLst>
                <a:gd name="textAreaLeft" fmla="*/ 0 w 97560"/>
                <a:gd name="textAreaRight" fmla="*/ 97920 w 97560"/>
                <a:gd name="textAreaTop" fmla="*/ 0 h 152280"/>
                <a:gd name="textAreaBottom" fmla="*/ 152640 h 152280"/>
              </a:gdLst>
              <a:ahLst/>
              <a:cxnLst/>
              <a:rect l="textAreaLeft" t="textAreaTop" r="textAreaRight" b="textAreaBottom"/>
              <a:pathLst>
                <a:path w="2542" h="3955">
                  <a:moveTo>
                    <a:pt x="1556" y="0"/>
                  </a:moveTo>
                  <a:lnTo>
                    <a:pt x="476" y="841"/>
                  </a:lnTo>
                  <a:lnTo>
                    <a:pt x="163" y="2763"/>
                  </a:lnTo>
                  <a:lnTo>
                    <a:pt x="0" y="3765"/>
                  </a:lnTo>
                  <a:lnTo>
                    <a:pt x="407" y="3955"/>
                  </a:lnTo>
                  <a:lnTo>
                    <a:pt x="1052" y="3267"/>
                  </a:lnTo>
                  <a:lnTo>
                    <a:pt x="2541" y="1678"/>
                  </a:lnTo>
                  <a:cubicBezTo>
                    <a:pt x="2541" y="1678"/>
                    <a:pt x="2429" y="645"/>
                    <a:pt x="2448" y="586"/>
                  </a:cubicBezTo>
                  <a:cubicBezTo>
                    <a:pt x="2467" y="529"/>
                    <a:pt x="1556" y="0"/>
                    <a:pt x="155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2452;p29"/>
            <p:cNvSpPr/>
            <p:nvPr/>
          </p:nvSpPr>
          <p:spPr>
            <a:xfrm>
              <a:off x="8106120" y="-202320"/>
              <a:ext cx="453960" cy="740520"/>
            </a:xfrm>
            <a:custGeom>
              <a:avLst/>
              <a:gdLst>
                <a:gd name="textAreaLeft" fmla="*/ 0 w 453960"/>
                <a:gd name="textAreaRight" fmla="*/ 454320 w 453960"/>
                <a:gd name="textAreaTop" fmla="*/ 0 h 740520"/>
                <a:gd name="textAreaBottom" fmla="*/ 740880 h 740520"/>
              </a:gdLst>
              <a:ahLst/>
              <a:cxnLst/>
              <a:rect l="textAreaLeft" t="textAreaTop" r="textAreaRight" b="textAreaBottom"/>
              <a:pathLst>
                <a:path w="11781" h="19202">
                  <a:moveTo>
                    <a:pt x="9638" y="0"/>
                  </a:moveTo>
                  <a:lnTo>
                    <a:pt x="20" y="18077"/>
                  </a:lnTo>
                  <a:lnTo>
                    <a:pt x="0" y="18536"/>
                  </a:lnTo>
                  <a:lnTo>
                    <a:pt x="0" y="18536"/>
                  </a:lnTo>
                  <a:lnTo>
                    <a:pt x="662" y="18326"/>
                  </a:lnTo>
                  <a:lnTo>
                    <a:pt x="726" y="18824"/>
                  </a:lnTo>
                  <a:lnTo>
                    <a:pt x="1367" y="18638"/>
                  </a:lnTo>
                  <a:lnTo>
                    <a:pt x="1398" y="19201"/>
                  </a:lnTo>
                  <a:lnTo>
                    <a:pt x="2085" y="18913"/>
                  </a:lnTo>
                  <a:lnTo>
                    <a:pt x="11780" y="888"/>
                  </a:lnTo>
                  <a:lnTo>
                    <a:pt x="10983" y="861"/>
                  </a:lnTo>
                  <a:lnTo>
                    <a:pt x="9976" y="430"/>
                  </a:lnTo>
                  <a:lnTo>
                    <a:pt x="963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2453;p29"/>
            <p:cNvSpPr/>
            <p:nvPr/>
          </p:nvSpPr>
          <p:spPr>
            <a:xfrm>
              <a:off x="8474040" y="-238320"/>
              <a:ext cx="119160" cy="770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3102" h="2009">
                  <a:moveTo>
                    <a:pt x="517" y="1"/>
                  </a:moveTo>
                  <a:lnTo>
                    <a:pt x="0" y="1020"/>
                  </a:lnTo>
                  <a:lnTo>
                    <a:pt x="550" y="1549"/>
                  </a:lnTo>
                  <a:lnTo>
                    <a:pt x="1336" y="2001"/>
                  </a:lnTo>
                  <a:lnTo>
                    <a:pt x="2606" y="2008"/>
                  </a:lnTo>
                  <a:lnTo>
                    <a:pt x="3101" y="1063"/>
                  </a:lnTo>
                  <a:lnTo>
                    <a:pt x="3101" y="1063"/>
                  </a:lnTo>
                  <a:lnTo>
                    <a:pt x="2483" y="1068"/>
                  </a:lnTo>
                  <a:lnTo>
                    <a:pt x="1811" y="1007"/>
                  </a:lnTo>
                  <a:lnTo>
                    <a:pt x="1106" y="64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520" bIns="38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2454;p29"/>
            <p:cNvSpPr/>
            <p:nvPr/>
          </p:nvSpPr>
          <p:spPr>
            <a:xfrm>
              <a:off x="8088480" y="575640"/>
              <a:ext cx="40320" cy="3960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1053" h="1035">
                  <a:moveTo>
                    <a:pt x="138" y="1"/>
                  </a:moveTo>
                  <a:lnTo>
                    <a:pt x="0" y="827"/>
                  </a:lnTo>
                  <a:cubicBezTo>
                    <a:pt x="107" y="999"/>
                    <a:pt x="229" y="1034"/>
                    <a:pt x="311" y="1034"/>
                  </a:cubicBezTo>
                  <a:cubicBezTo>
                    <a:pt x="369" y="1034"/>
                    <a:pt x="407" y="1017"/>
                    <a:pt x="407" y="1017"/>
                  </a:cubicBezTo>
                  <a:lnTo>
                    <a:pt x="1052" y="329"/>
                  </a:lnTo>
                  <a:lnTo>
                    <a:pt x="1052" y="329"/>
                  </a:lnTo>
                  <a:cubicBezTo>
                    <a:pt x="1015" y="332"/>
                    <a:pt x="979" y="334"/>
                    <a:pt x="944" y="334"/>
                  </a:cubicBezTo>
                  <a:cubicBezTo>
                    <a:pt x="441" y="334"/>
                    <a:pt x="138" y="2"/>
                    <a:pt x="138" y="2"/>
                  </a:cubicBezTo>
                  <a:lnTo>
                    <a:pt x="13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2455;p29"/>
            <p:cNvSpPr/>
            <p:nvPr/>
          </p:nvSpPr>
          <p:spPr>
            <a:xfrm>
              <a:off x="8161200" y="224640"/>
              <a:ext cx="159120" cy="28800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4135" h="7476">
                  <a:moveTo>
                    <a:pt x="4135" y="1"/>
                  </a:moveTo>
                  <a:lnTo>
                    <a:pt x="4135" y="1"/>
                  </a:lnTo>
                  <a:cubicBezTo>
                    <a:pt x="3769" y="611"/>
                    <a:pt x="3414" y="1228"/>
                    <a:pt x="3060" y="1847"/>
                  </a:cubicBezTo>
                  <a:lnTo>
                    <a:pt x="2013" y="3708"/>
                  </a:lnTo>
                  <a:lnTo>
                    <a:pt x="993" y="5584"/>
                  </a:lnTo>
                  <a:cubicBezTo>
                    <a:pt x="656" y="6212"/>
                    <a:pt x="323" y="6840"/>
                    <a:pt x="0" y="7475"/>
                  </a:cubicBezTo>
                  <a:cubicBezTo>
                    <a:pt x="366" y="6863"/>
                    <a:pt x="721" y="6246"/>
                    <a:pt x="1075" y="5629"/>
                  </a:cubicBezTo>
                  <a:lnTo>
                    <a:pt x="2121" y="3767"/>
                  </a:lnTo>
                  <a:lnTo>
                    <a:pt x="3143" y="1892"/>
                  </a:lnTo>
                  <a:cubicBezTo>
                    <a:pt x="3478" y="1264"/>
                    <a:pt x="3812" y="635"/>
                    <a:pt x="413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2456;p29"/>
            <p:cNvSpPr/>
            <p:nvPr/>
          </p:nvSpPr>
          <p:spPr>
            <a:xfrm>
              <a:off x="8382960" y="-41760"/>
              <a:ext cx="82080" cy="1494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141" h="3879">
                  <a:moveTo>
                    <a:pt x="2141" y="0"/>
                  </a:moveTo>
                  <a:cubicBezTo>
                    <a:pt x="1941" y="311"/>
                    <a:pt x="1752" y="629"/>
                    <a:pt x="1565" y="947"/>
                  </a:cubicBezTo>
                  <a:cubicBezTo>
                    <a:pt x="1378" y="1265"/>
                    <a:pt x="1199" y="1589"/>
                    <a:pt x="1017" y="1910"/>
                  </a:cubicBezTo>
                  <a:cubicBezTo>
                    <a:pt x="843" y="2235"/>
                    <a:pt x="664" y="2557"/>
                    <a:pt x="494" y="2885"/>
                  </a:cubicBezTo>
                  <a:cubicBezTo>
                    <a:pt x="325" y="3213"/>
                    <a:pt x="156" y="3543"/>
                    <a:pt x="1" y="3878"/>
                  </a:cubicBezTo>
                  <a:cubicBezTo>
                    <a:pt x="201" y="3566"/>
                    <a:pt x="389" y="3249"/>
                    <a:pt x="576" y="2931"/>
                  </a:cubicBezTo>
                  <a:cubicBezTo>
                    <a:pt x="763" y="2613"/>
                    <a:pt x="942" y="2290"/>
                    <a:pt x="1125" y="1969"/>
                  </a:cubicBezTo>
                  <a:cubicBezTo>
                    <a:pt x="1299" y="1643"/>
                    <a:pt x="1477" y="1320"/>
                    <a:pt x="1647" y="993"/>
                  </a:cubicBezTo>
                  <a:cubicBezTo>
                    <a:pt x="1817" y="665"/>
                    <a:pt x="1985" y="335"/>
                    <a:pt x="214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2457;p29"/>
            <p:cNvSpPr/>
            <p:nvPr/>
          </p:nvSpPr>
          <p:spPr>
            <a:xfrm>
              <a:off x="8279640" y="77040"/>
              <a:ext cx="82080" cy="1494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141" h="3878">
                  <a:moveTo>
                    <a:pt x="2140" y="0"/>
                  </a:moveTo>
                  <a:lnTo>
                    <a:pt x="2140" y="0"/>
                  </a:lnTo>
                  <a:cubicBezTo>
                    <a:pt x="1940" y="311"/>
                    <a:pt x="1752" y="628"/>
                    <a:pt x="1565" y="947"/>
                  </a:cubicBezTo>
                  <a:cubicBezTo>
                    <a:pt x="1378" y="1265"/>
                    <a:pt x="1199" y="1589"/>
                    <a:pt x="1018" y="1909"/>
                  </a:cubicBezTo>
                  <a:cubicBezTo>
                    <a:pt x="844" y="2235"/>
                    <a:pt x="664" y="2558"/>
                    <a:pt x="494" y="2886"/>
                  </a:cubicBezTo>
                  <a:cubicBezTo>
                    <a:pt x="326" y="3214"/>
                    <a:pt x="157" y="3542"/>
                    <a:pt x="0" y="3877"/>
                  </a:cubicBezTo>
                  <a:cubicBezTo>
                    <a:pt x="202" y="3566"/>
                    <a:pt x="390" y="3248"/>
                    <a:pt x="578" y="2930"/>
                  </a:cubicBezTo>
                  <a:cubicBezTo>
                    <a:pt x="765" y="2612"/>
                    <a:pt x="942" y="2288"/>
                    <a:pt x="1124" y="1968"/>
                  </a:cubicBezTo>
                  <a:cubicBezTo>
                    <a:pt x="1299" y="1642"/>
                    <a:pt x="1477" y="1320"/>
                    <a:pt x="1647" y="992"/>
                  </a:cubicBezTo>
                  <a:cubicBezTo>
                    <a:pt x="1817" y="664"/>
                    <a:pt x="1985" y="336"/>
                    <a:pt x="214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458;p29"/>
            <p:cNvSpPr/>
            <p:nvPr/>
          </p:nvSpPr>
          <p:spPr>
            <a:xfrm>
              <a:off x="8412480" y="-173160"/>
              <a:ext cx="82080" cy="1494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141" h="3878">
                  <a:moveTo>
                    <a:pt x="2140" y="1"/>
                  </a:moveTo>
                  <a:lnTo>
                    <a:pt x="2140" y="1"/>
                  </a:lnTo>
                  <a:cubicBezTo>
                    <a:pt x="1940" y="312"/>
                    <a:pt x="1752" y="628"/>
                    <a:pt x="1565" y="946"/>
                  </a:cubicBezTo>
                  <a:cubicBezTo>
                    <a:pt x="1378" y="1266"/>
                    <a:pt x="1199" y="1589"/>
                    <a:pt x="1016" y="1909"/>
                  </a:cubicBezTo>
                  <a:cubicBezTo>
                    <a:pt x="842" y="2236"/>
                    <a:pt x="664" y="2558"/>
                    <a:pt x="494" y="2886"/>
                  </a:cubicBezTo>
                  <a:cubicBezTo>
                    <a:pt x="324" y="3214"/>
                    <a:pt x="156" y="3542"/>
                    <a:pt x="0" y="3877"/>
                  </a:cubicBezTo>
                  <a:cubicBezTo>
                    <a:pt x="200" y="3567"/>
                    <a:pt x="389" y="3249"/>
                    <a:pt x="576" y="2931"/>
                  </a:cubicBezTo>
                  <a:cubicBezTo>
                    <a:pt x="763" y="2613"/>
                    <a:pt x="942" y="2289"/>
                    <a:pt x="1124" y="1968"/>
                  </a:cubicBezTo>
                  <a:cubicBezTo>
                    <a:pt x="1298" y="1643"/>
                    <a:pt x="1477" y="1320"/>
                    <a:pt x="1647" y="992"/>
                  </a:cubicBezTo>
                  <a:cubicBezTo>
                    <a:pt x="1817" y="664"/>
                    <a:pt x="1985" y="336"/>
                    <a:pt x="214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459;p29"/>
            <p:cNvSpPr/>
            <p:nvPr/>
          </p:nvSpPr>
          <p:spPr>
            <a:xfrm>
              <a:off x="9087120" y="273600"/>
              <a:ext cx="113040" cy="14004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2941" h="3643">
                  <a:moveTo>
                    <a:pt x="2004" y="0"/>
                  </a:moveTo>
                  <a:cubicBezTo>
                    <a:pt x="1317" y="0"/>
                    <a:pt x="407" y="1376"/>
                    <a:pt x="211" y="1994"/>
                  </a:cubicBezTo>
                  <a:cubicBezTo>
                    <a:pt x="1" y="2654"/>
                    <a:pt x="394" y="3364"/>
                    <a:pt x="1089" y="3579"/>
                  </a:cubicBezTo>
                  <a:cubicBezTo>
                    <a:pt x="1226" y="3622"/>
                    <a:pt x="1364" y="3642"/>
                    <a:pt x="1500" y="3642"/>
                  </a:cubicBezTo>
                  <a:cubicBezTo>
                    <a:pt x="2054" y="3642"/>
                    <a:pt x="2562" y="3306"/>
                    <a:pt x="2731" y="2775"/>
                  </a:cubicBezTo>
                  <a:cubicBezTo>
                    <a:pt x="2941" y="2115"/>
                    <a:pt x="2839" y="237"/>
                    <a:pt x="2143" y="21"/>
                  </a:cubicBezTo>
                  <a:cubicBezTo>
                    <a:pt x="2098" y="7"/>
                    <a:pt x="2051" y="0"/>
                    <a:pt x="2004" y="0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460;p29"/>
            <p:cNvSpPr/>
            <p:nvPr/>
          </p:nvSpPr>
          <p:spPr>
            <a:xfrm>
              <a:off x="9007200" y="232200"/>
              <a:ext cx="158040" cy="9756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4105" h="2543">
                  <a:moveTo>
                    <a:pt x="1835" y="0"/>
                  </a:moveTo>
                  <a:cubicBezTo>
                    <a:pt x="1564" y="0"/>
                    <a:pt x="1321" y="20"/>
                    <a:pt x="1149" y="54"/>
                  </a:cubicBezTo>
                  <a:cubicBezTo>
                    <a:pt x="441" y="198"/>
                    <a:pt x="1" y="864"/>
                    <a:pt x="166" y="1545"/>
                  </a:cubicBezTo>
                  <a:cubicBezTo>
                    <a:pt x="310" y="2136"/>
                    <a:pt x="866" y="2542"/>
                    <a:pt x="1474" y="2542"/>
                  </a:cubicBezTo>
                  <a:cubicBezTo>
                    <a:pt x="1565" y="2542"/>
                    <a:pt x="1656" y="2533"/>
                    <a:pt x="1748" y="2515"/>
                  </a:cubicBezTo>
                  <a:cubicBezTo>
                    <a:pt x="2456" y="2372"/>
                    <a:pt x="4105" y="1384"/>
                    <a:pt x="3939" y="705"/>
                  </a:cubicBezTo>
                  <a:cubicBezTo>
                    <a:pt x="3814" y="190"/>
                    <a:pt x="2684" y="0"/>
                    <a:pt x="1835" y="0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461;p29"/>
            <p:cNvSpPr/>
            <p:nvPr/>
          </p:nvSpPr>
          <p:spPr>
            <a:xfrm>
              <a:off x="9041040" y="125640"/>
              <a:ext cx="146520" cy="12204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3809" h="3171">
                  <a:moveTo>
                    <a:pt x="1430" y="1"/>
                  </a:moveTo>
                  <a:cubicBezTo>
                    <a:pt x="1116" y="1"/>
                    <a:pt x="804" y="107"/>
                    <a:pt x="557" y="323"/>
                  </a:cubicBezTo>
                  <a:cubicBezTo>
                    <a:pt x="28" y="786"/>
                    <a:pt x="1" y="1582"/>
                    <a:pt x="498" y="2098"/>
                  </a:cubicBezTo>
                  <a:cubicBezTo>
                    <a:pt x="899" y="2514"/>
                    <a:pt x="2110" y="3171"/>
                    <a:pt x="2844" y="3171"/>
                  </a:cubicBezTo>
                  <a:cubicBezTo>
                    <a:pt x="3023" y="3171"/>
                    <a:pt x="3174" y="3132"/>
                    <a:pt x="3277" y="3041"/>
                  </a:cubicBezTo>
                  <a:cubicBezTo>
                    <a:pt x="3808" y="2578"/>
                    <a:pt x="2916" y="936"/>
                    <a:pt x="2418" y="418"/>
                  </a:cubicBezTo>
                  <a:lnTo>
                    <a:pt x="2418" y="419"/>
                  </a:lnTo>
                  <a:cubicBezTo>
                    <a:pt x="2152" y="142"/>
                    <a:pt x="1790" y="1"/>
                    <a:pt x="1430" y="1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462;p29"/>
            <p:cNvSpPr/>
            <p:nvPr/>
          </p:nvSpPr>
          <p:spPr>
            <a:xfrm>
              <a:off x="9155520" y="102240"/>
              <a:ext cx="113040" cy="14004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140040"/>
                <a:gd name="textAreaBottom" fmla="*/ 140400 h 140040"/>
              </a:gdLst>
              <a:ahLst/>
              <a:cxnLst/>
              <a:rect l="textAreaLeft" t="textAreaTop" r="textAreaRight" b="textAreaBottom"/>
              <a:pathLst>
                <a:path w="2942" h="3642">
                  <a:moveTo>
                    <a:pt x="1441" y="1"/>
                  </a:moveTo>
                  <a:cubicBezTo>
                    <a:pt x="888" y="1"/>
                    <a:pt x="381" y="337"/>
                    <a:pt x="211" y="868"/>
                  </a:cubicBezTo>
                  <a:cubicBezTo>
                    <a:pt x="1" y="1528"/>
                    <a:pt x="103" y="3405"/>
                    <a:pt x="799" y="3620"/>
                  </a:cubicBezTo>
                  <a:cubicBezTo>
                    <a:pt x="844" y="3635"/>
                    <a:pt x="891" y="3641"/>
                    <a:pt x="939" y="3641"/>
                  </a:cubicBezTo>
                  <a:cubicBezTo>
                    <a:pt x="1624" y="3641"/>
                    <a:pt x="2534" y="2265"/>
                    <a:pt x="2730" y="1649"/>
                  </a:cubicBezTo>
                  <a:cubicBezTo>
                    <a:pt x="2942" y="989"/>
                    <a:pt x="2548" y="278"/>
                    <a:pt x="1853" y="63"/>
                  </a:cubicBezTo>
                  <a:cubicBezTo>
                    <a:pt x="1716" y="21"/>
                    <a:pt x="1577" y="1"/>
                    <a:pt x="1441" y="1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463;p29"/>
            <p:cNvSpPr/>
            <p:nvPr/>
          </p:nvSpPr>
          <p:spPr>
            <a:xfrm>
              <a:off x="9190800" y="186480"/>
              <a:ext cx="158040" cy="9756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4105" h="2543">
                  <a:moveTo>
                    <a:pt x="2630" y="0"/>
                  </a:moveTo>
                  <a:cubicBezTo>
                    <a:pt x="2540" y="0"/>
                    <a:pt x="2450" y="9"/>
                    <a:pt x="2359" y="27"/>
                  </a:cubicBezTo>
                  <a:cubicBezTo>
                    <a:pt x="1651" y="171"/>
                    <a:pt x="0" y="1158"/>
                    <a:pt x="166" y="1839"/>
                  </a:cubicBezTo>
                  <a:cubicBezTo>
                    <a:pt x="291" y="2353"/>
                    <a:pt x="1419" y="2543"/>
                    <a:pt x="2267" y="2543"/>
                  </a:cubicBezTo>
                  <a:cubicBezTo>
                    <a:pt x="2541" y="2543"/>
                    <a:pt x="2785" y="2523"/>
                    <a:pt x="2958" y="2488"/>
                  </a:cubicBezTo>
                  <a:cubicBezTo>
                    <a:pt x="3666" y="2346"/>
                    <a:pt x="4105" y="1678"/>
                    <a:pt x="3939" y="999"/>
                  </a:cubicBezTo>
                  <a:cubicBezTo>
                    <a:pt x="3795" y="407"/>
                    <a:pt x="3238" y="0"/>
                    <a:pt x="2630" y="0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464;p29"/>
            <p:cNvSpPr/>
            <p:nvPr/>
          </p:nvSpPr>
          <p:spPr>
            <a:xfrm>
              <a:off x="9168480" y="268560"/>
              <a:ext cx="146520" cy="12204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3808" h="3171">
                  <a:moveTo>
                    <a:pt x="965" y="1"/>
                  </a:moveTo>
                  <a:cubicBezTo>
                    <a:pt x="786" y="1"/>
                    <a:pt x="635" y="40"/>
                    <a:pt x="531" y="131"/>
                  </a:cubicBezTo>
                  <a:cubicBezTo>
                    <a:pt x="0" y="594"/>
                    <a:pt x="892" y="2236"/>
                    <a:pt x="1390" y="2753"/>
                  </a:cubicBezTo>
                  <a:cubicBezTo>
                    <a:pt x="1656" y="3029"/>
                    <a:pt x="2019" y="3170"/>
                    <a:pt x="2379" y="3170"/>
                  </a:cubicBezTo>
                  <a:cubicBezTo>
                    <a:pt x="2692" y="3170"/>
                    <a:pt x="3004" y="3064"/>
                    <a:pt x="3251" y="2849"/>
                  </a:cubicBezTo>
                  <a:cubicBezTo>
                    <a:pt x="3780" y="2384"/>
                    <a:pt x="3808" y="1590"/>
                    <a:pt x="3310" y="1073"/>
                  </a:cubicBezTo>
                  <a:cubicBezTo>
                    <a:pt x="2911" y="658"/>
                    <a:pt x="1699" y="1"/>
                    <a:pt x="965" y="1"/>
                  </a:cubicBezTo>
                  <a:close/>
                </a:path>
              </a:pathLst>
            </a:custGeom>
            <a:solidFill>
              <a:srgbClr val="FE8AF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465;p29"/>
            <p:cNvSpPr/>
            <p:nvPr/>
          </p:nvSpPr>
          <p:spPr>
            <a:xfrm>
              <a:off x="9127440" y="211320"/>
              <a:ext cx="91800" cy="8568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2387" h="2235">
                  <a:moveTo>
                    <a:pt x="1195" y="0"/>
                  </a:moveTo>
                  <a:cubicBezTo>
                    <a:pt x="1143" y="0"/>
                    <a:pt x="1090" y="4"/>
                    <a:pt x="1037" y="11"/>
                  </a:cubicBezTo>
                  <a:cubicBezTo>
                    <a:pt x="425" y="98"/>
                    <a:pt x="1" y="665"/>
                    <a:pt x="87" y="1275"/>
                  </a:cubicBezTo>
                  <a:cubicBezTo>
                    <a:pt x="167" y="1832"/>
                    <a:pt x="645" y="2235"/>
                    <a:pt x="1191" y="2235"/>
                  </a:cubicBezTo>
                  <a:cubicBezTo>
                    <a:pt x="1243" y="2235"/>
                    <a:pt x="1297" y="2231"/>
                    <a:pt x="1351" y="2223"/>
                  </a:cubicBezTo>
                  <a:cubicBezTo>
                    <a:pt x="1962" y="2137"/>
                    <a:pt x="2387" y="1571"/>
                    <a:pt x="2300" y="960"/>
                  </a:cubicBezTo>
                  <a:cubicBezTo>
                    <a:pt x="2220" y="403"/>
                    <a:pt x="1742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8" name="Google Shape;2466;p29"/>
          <p:cNvGrpSpPr/>
          <p:nvPr/>
        </p:nvGrpSpPr>
        <p:grpSpPr>
          <a:xfrm>
            <a:off x="-999000" y="3481200"/>
            <a:ext cx="2341440" cy="2460960"/>
            <a:chOff x="-999000" y="3481200"/>
            <a:chExt cx="2341440" cy="2460960"/>
          </a:xfrm>
        </p:grpSpPr>
        <p:sp>
          <p:nvSpPr>
            <p:cNvPr id="339" name="Google Shape;2467;p29"/>
            <p:cNvSpPr/>
            <p:nvPr/>
          </p:nvSpPr>
          <p:spPr>
            <a:xfrm rot="19855200">
              <a:off x="-672480" y="3889080"/>
              <a:ext cx="1643040" cy="1764720"/>
            </a:xfrm>
            <a:custGeom>
              <a:avLst/>
              <a:gdLst>
                <a:gd name="textAreaLeft" fmla="*/ 0 w 1643040"/>
                <a:gd name="textAreaRight" fmla="*/ 1643400 w 1643040"/>
                <a:gd name="textAreaTop" fmla="*/ 0 h 1764720"/>
                <a:gd name="textAreaBottom" fmla="*/ 1765080 h 1764720"/>
              </a:gdLst>
              <a:ahLst/>
              <a:cxnLst/>
              <a:rect l="textAreaLeft" t="textAreaTop" r="textAreaRight" b="textAreaBottom"/>
              <a:pathLst>
                <a:path w="33770" h="36269">
                  <a:moveTo>
                    <a:pt x="11207" y="0"/>
                  </a:moveTo>
                  <a:lnTo>
                    <a:pt x="1" y="28917"/>
                  </a:lnTo>
                  <a:lnTo>
                    <a:pt x="23379" y="36268"/>
                  </a:lnTo>
                  <a:lnTo>
                    <a:pt x="33769" y="6495"/>
                  </a:lnTo>
                  <a:lnTo>
                    <a:pt x="1120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468;p29"/>
            <p:cNvSpPr/>
            <p:nvPr/>
          </p:nvSpPr>
          <p:spPr>
            <a:xfrm rot="19855200">
              <a:off x="-628920" y="3769560"/>
              <a:ext cx="1645920" cy="1766520"/>
            </a:xfrm>
            <a:custGeom>
              <a:avLst/>
              <a:gdLst>
                <a:gd name="textAreaLeft" fmla="*/ 0 w 1645920"/>
                <a:gd name="textAreaRight" fmla="*/ 1646280 w 1645920"/>
                <a:gd name="textAreaTop" fmla="*/ 0 h 1766520"/>
                <a:gd name="textAreaBottom" fmla="*/ 1766880 h 1766520"/>
              </a:gdLst>
              <a:ahLst/>
              <a:cxnLst/>
              <a:rect l="textAreaLeft" t="textAreaTop" r="textAreaRight" b="textAreaBottom"/>
              <a:pathLst>
                <a:path w="33833" h="36307">
                  <a:moveTo>
                    <a:pt x="11232" y="0"/>
                  </a:moveTo>
                  <a:lnTo>
                    <a:pt x="1" y="28969"/>
                  </a:lnTo>
                  <a:lnTo>
                    <a:pt x="23417" y="36307"/>
                  </a:lnTo>
                  <a:lnTo>
                    <a:pt x="33832" y="6480"/>
                  </a:lnTo>
                  <a:lnTo>
                    <a:pt x="1123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469;p29"/>
            <p:cNvSpPr/>
            <p:nvPr/>
          </p:nvSpPr>
          <p:spPr>
            <a:xfrm rot="19855200">
              <a:off x="-673200" y="3819240"/>
              <a:ext cx="1649160" cy="1768320"/>
            </a:xfrm>
            <a:custGeom>
              <a:avLst/>
              <a:gdLst>
                <a:gd name="textAreaLeft" fmla="*/ 0 w 1649160"/>
                <a:gd name="textAreaRight" fmla="*/ 1649520 w 1649160"/>
                <a:gd name="textAreaTop" fmla="*/ 0 h 1768320"/>
                <a:gd name="textAreaBottom" fmla="*/ 1768680 h 1768320"/>
              </a:gdLst>
              <a:ahLst/>
              <a:cxnLst/>
              <a:rect l="textAreaLeft" t="textAreaTop" r="textAreaRight" b="textAreaBottom"/>
              <a:pathLst>
                <a:path w="33900" h="36348">
                  <a:moveTo>
                    <a:pt x="11260" y="1"/>
                  </a:moveTo>
                  <a:lnTo>
                    <a:pt x="1" y="29029"/>
                  </a:lnTo>
                  <a:lnTo>
                    <a:pt x="23458" y="36347"/>
                  </a:lnTo>
                  <a:lnTo>
                    <a:pt x="33900" y="6462"/>
                  </a:lnTo>
                  <a:lnTo>
                    <a:pt x="1126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470;p29"/>
            <p:cNvSpPr/>
            <p:nvPr/>
          </p:nvSpPr>
          <p:spPr>
            <a:xfrm rot="19855200">
              <a:off x="-399240" y="4086000"/>
              <a:ext cx="920880" cy="243000"/>
            </a:xfrm>
            <a:custGeom>
              <a:avLst/>
              <a:gdLst>
                <a:gd name="textAreaLeft" fmla="*/ 0 w 920880"/>
                <a:gd name="textAreaRight" fmla="*/ 921240 w 920880"/>
                <a:gd name="textAreaTop" fmla="*/ 0 h 243000"/>
                <a:gd name="textAreaBottom" fmla="*/ 243360 h 243000"/>
              </a:gdLst>
              <a:ahLst/>
              <a:cxnLst/>
              <a:rect l="textAreaLeft" t="textAreaTop" r="textAreaRight" b="textAreaBottom"/>
              <a:pathLst>
                <a:path w="18933" h="5003" fill="none">
                  <a:moveTo>
                    <a:pt x="1" y="0"/>
                  </a:moveTo>
                  <a:lnTo>
                    <a:pt x="18932" y="5002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471;p29"/>
            <p:cNvSpPr/>
            <p:nvPr/>
          </p:nvSpPr>
          <p:spPr>
            <a:xfrm rot="19855200">
              <a:off x="-371520" y="4186800"/>
              <a:ext cx="918000" cy="245880"/>
            </a:xfrm>
            <a:custGeom>
              <a:avLst/>
              <a:gdLst>
                <a:gd name="textAreaLeft" fmla="*/ 0 w 918000"/>
                <a:gd name="textAreaRight" fmla="*/ 918360 w 918000"/>
                <a:gd name="textAreaTop" fmla="*/ 0 h 245880"/>
                <a:gd name="textAreaBottom" fmla="*/ 246240 h 245880"/>
              </a:gdLst>
              <a:ahLst/>
              <a:cxnLst/>
              <a:rect l="textAreaLeft" t="textAreaTop" r="textAreaRight" b="textAreaBottom"/>
              <a:pathLst>
                <a:path w="18869" h="5059" fill="none">
                  <a:moveTo>
                    <a:pt x="0" y="0"/>
                  </a:moveTo>
                  <a:lnTo>
                    <a:pt x="18869" y="5058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472;p29"/>
            <p:cNvSpPr/>
            <p:nvPr/>
          </p:nvSpPr>
          <p:spPr>
            <a:xfrm rot="19855200">
              <a:off x="-354960" y="4295880"/>
              <a:ext cx="914040" cy="24840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18789" h="5114" fill="none">
                  <a:moveTo>
                    <a:pt x="0" y="0"/>
                  </a:moveTo>
                  <a:lnTo>
                    <a:pt x="18788" y="5113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473;p29"/>
            <p:cNvSpPr/>
            <p:nvPr/>
          </p:nvSpPr>
          <p:spPr>
            <a:xfrm rot="19855200">
              <a:off x="-314280" y="4525920"/>
              <a:ext cx="905760" cy="254160"/>
            </a:xfrm>
            <a:custGeom>
              <a:avLst/>
              <a:gdLst>
                <a:gd name="textAreaLeft" fmla="*/ 0 w 905760"/>
                <a:gd name="textAreaRight" fmla="*/ 906120 w 905760"/>
                <a:gd name="textAreaTop" fmla="*/ 0 h 254160"/>
                <a:gd name="textAreaBottom" fmla="*/ 254520 h 254160"/>
              </a:gdLst>
              <a:ahLst/>
              <a:cxnLst/>
              <a:rect l="textAreaLeft" t="textAreaTop" r="textAreaRight" b="textAreaBottom"/>
              <a:pathLst>
                <a:path w="18619" h="5229" fill="none">
                  <a:moveTo>
                    <a:pt x="0" y="0"/>
                  </a:moveTo>
                  <a:lnTo>
                    <a:pt x="18619" y="5228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474;p29"/>
            <p:cNvSpPr/>
            <p:nvPr/>
          </p:nvSpPr>
          <p:spPr>
            <a:xfrm rot="19855200">
              <a:off x="-285120" y="4647600"/>
              <a:ext cx="901800" cy="257040"/>
            </a:xfrm>
            <a:custGeom>
              <a:avLst/>
              <a:gdLst>
                <a:gd name="textAreaLeft" fmla="*/ 0 w 901800"/>
                <a:gd name="textAreaRight" fmla="*/ 902160 w 901800"/>
                <a:gd name="textAreaTop" fmla="*/ 0 h 257040"/>
                <a:gd name="textAreaBottom" fmla="*/ 257400 h 257040"/>
              </a:gdLst>
              <a:ahLst/>
              <a:cxnLst/>
              <a:rect l="textAreaLeft" t="textAreaTop" r="textAreaRight" b="textAreaBottom"/>
              <a:pathLst>
                <a:path w="18538" h="5293" fill="none">
                  <a:moveTo>
                    <a:pt x="0" y="1"/>
                  </a:moveTo>
                  <a:lnTo>
                    <a:pt x="18538" y="5292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475;p29"/>
            <p:cNvSpPr/>
            <p:nvPr/>
          </p:nvSpPr>
          <p:spPr>
            <a:xfrm rot="19855200">
              <a:off x="-254880" y="4780080"/>
              <a:ext cx="897480" cy="260640"/>
            </a:xfrm>
            <a:custGeom>
              <a:avLst/>
              <a:gdLst>
                <a:gd name="textAreaLeft" fmla="*/ 0 w 897480"/>
                <a:gd name="textAreaRight" fmla="*/ 897840 w 897480"/>
                <a:gd name="textAreaTop" fmla="*/ 0 h 260640"/>
                <a:gd name="textAreaBottom" fmla="*/ 261000 h 260640"/>
              </a:gdLst>
              <a:ahLst/>
              <a:cxnLst/>
              <a:rect l="textAreaLeft" t="textAreaTop" r="textAreaRight" b="textAreaBottom"/>
              <a:pathLst>
                <a:path w="18451" h="5361" fill="none">
                  <a:moveTo>
                    <a:pt x="1" y="0"/>
                  </a:moveTo>
                  <a:lnTo>
                    <a:pt x="18451" y="5360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2476;p29"/>
            <p:cNvSpPr/>
            <p:nvPr/>
          </p:nvSpPr>
          <p:spPr>
            <a:xfrm rot="19855200">
              <a:off x="-255600" y="4900680"/>
              <a:ext cx="1000800" cy="550440"/>
            </a:xfrm>
            <a:custGeom>
              <a:avLst/>
              <a:gdLst>
                <a:gd name="textAreaLeft" fmla="*/ 0 w 1000800"/>
                <a:gd name="textAreaRight" fmla="*/ 1001160 w 1000800"/>
                <a:gd name="textAreaTop" fmla="*/ 0 h 550440"/>
                <a:gd name="textAreaBottom" fmla="*/ 550800 h 550440"/>
              </a:gdLst>
              <a:ahLst/>
              <a:cxnLst/>
              <a:rect l="textAreaLeft" t="textAreaTop" r="textAreaRight" b="textAreaBottom"/>
              <a:pathLst>
                <a:path w="20577" h="11316">
                  <a:moveTo>
                    <a:pt x="2283" y="0"/>
                  </a:moveTo>
                  <a:lnTo>
                    <a:pt x="0" y="5765"/>
                  </a:lnTo>
                  <a:lnTo>
                    <a:pt x="18813" y="11315"/>
                  </a:lnTo>
                  <a:lnTo>
                    <a:pt x="20577" y="533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2477;p29"/>
            <p:cNvSpPr/>
            <p:nvPr/>
          </p:nvSpPr>
          <p:spPr>
            <a:xfrm rot="19855200">
              <a:off x="129960" y="3910320"/>
              <a:ext cx="385200" cy="266400"/>
            </a:xfrm>
            <a:custGeom>
              <a:avLst/>
              <a:gdLst>
                <a:gd name="textAreaLeft" fmla="*/ 0 w 385200"/>
                <a:gd name="textAreaRight" fmla="*/ 385560 w 3852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7920" h="5479" fill="none">
                  <a:moveTo>
                    <a:pt x="6588" y="812"/>
                  </a:moveTo>
                  <a:cubicBezTo>
                    <a:pt x="6007" y="235"/>
                    <a:pt x="5007" y="0"/>
                    <a:pt x="3949" y="27"/>
                  </a:cubicBezTo>
                  <a:cubicBezTo>
                    <a:pt x="3596" y="36"/>
                    <a:pt x="3228" y="73"/>
                    <a:pt x="2870" y="206"/>
                  </a:cubicBezTo>
                  <a:cubicBezTo>
                    <a:pt x="2442" y="363"/>
                    <a:pt x="2065" y="639"/>
                    <a:pt x="1707" y="909"/>
                  </a:cubicBezTo>
                  <a:cubicBezTo>
                    <a:pt x="1146" y="1333"/>
                    <a:pt x="567" y="1790"/>
                    <a:pt x="310" y="2330"/>
                  </a:cubicBezTo>
                  <a:cubicBezTo>
                    <a:pt x="0" y="2974"/>
                    <a:pt x="223" y="3589"/>
                    <a:pt x="585" y="4058"/>
                  </a:cubicBezTo>
                  <a:cubicBezTo>
                    <a:pt x="1078" y="4701"/>
                    <a:pt x="1851" y="5192"/>
                    <a:pt x="2842" y="5334"/>
                  </a:cubicBezTo>
                  <a:cubicBezTo>
                    <a:pt x="3837" y="5478"/>
                    <a:pt x="5073" y="5244"/>
                    <a:pt x="6070" y="4628"/>
                  </a:cubicBezTo>
                  <a:cubicBezTo>
                    <a:pt x="7088" y="3998"/>
                    <a:pt x="7778" y="3005"/>
                    <a:pt x="7849" y="2115"/>
                  </a:cubicBezTo>
                  <a:cubicBezTo>
                    <a:pt x="7919" y="1215"/>
                    <a:pt x="7372" y="452"/>
                    <a:pt x="6462" y="104"/>
                  </a:cubicBezTo>
                </a:path>
              </a:pathLst>
            </a:custGeom>
            <a:noFill/>
            <a:ln w="9525" cap="rnd">
              <a:solidFill>
                <a:srgbClr val="FF81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2478;p29"/>
            <p:cNvSpPr/>
            <p:nvPr/>
          </p:nvSpPr>
          <p:spPr>
            <a:xfrm rot="19855200">
              <a:off x="236880" y="4000320"/>
              <a:ext cx="113400" cy="1116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2338" h="2304" fill="none">
                  <a:moveTo>
                    <a:pt x="0" y="1778"/>
                  </a:moveTo>
                  <a:cubicBezTo>
                    <a:pt x="575" y="1179"/>
                    <a:pt x="1181" y="555"/>
                    <a:pt x="1969" y="123"/>
                  </a:cubicBezTo>
                  <a:cubicBezTo>
                    <a:pt x="2087" y="58"/>
                    <a:pt x="2255" y="1"/>
                    <a:pt x="2310" y="77"/>
                  </a:cubicBezTo>
                  <a:cubicBezTo>
                    <a:pt x="2337" y="116"/>
                    <a:pt x="2317" y="175"/>
                    <a:pt x="2297" y="228"/>
                  </a:cubicBezTo>
                  <a:cubicBezTo>
                    <a:pt x="2025" y="929"/>
                    <a:pt x="1745" y="1620"/>
                    <a:pt x="1455" y="2303"/>
                  </a:cubicBezTo>
                </a:path>
              </a:pathLst>
            </a:custGeom>
            <a:noFill/>
            <a:ln w="9525" cap="rnd">
              <a:solidFill>
                <a:srgbClr val="FF81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2479;p29"/>
            <p:cNvSpPr/>
            <p:nvPr/>
          </p:nvSpPr>
          <p:spPr>
            <a:xfrm rot="19855200">
              <a:off x="241920" y="4061880"/>
              <a:ext cx="116280" cy="2484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395" h="517" fill="none">
                  <a:moveTo>
                    <a:pt x="1" y="1"/>
                  </a:moveTo>
                  <a:cubicBezTo>
                    <a:pt x="837" y="56"/>
                    <a:pt x="1624" y="225"/>
                    <a:pt x="2318" y="505"/>
                  </a:cubicBezTo>
                  <a:cubicBezTo>
                    <a:pt x="2335" y="512"/>
                    <a:pt x="2362" y="516"/>
                    <a:pt x="2378" y="500"/>
                  </a:cubicBezTo>
                  <a:cubicBezTo>
                    <a:pt x="2394" y="484"/>
                    <a:pt x="2345" y="483"/>
                    <a:pt x="2357" y="496"/>
                  </a:cubicBezTo>
                </a:path>
              </a:pathLst>
            </a:custGeom>
            <a:noFill/>
            <a:ln w="9525" cap="rnd">
              <a:solidFill>
                <a:srgbClr val="FF81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2480;p29"/>
            <p:cNvSpPr/>
            <p:nvPr/>
          </p:nvSpPr>
          <p:spPr>
            <a:xfrm rot="19855200">
              <a:off x="373680" y="4016160"/>
              <a:ext cx="74160" cy="144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535" h="306" fill="none">
                  <a:moveTo>
                    <a:pt x="1" y="0"/>
                  </a:moveTo>
                  <a:cubicBezTo>
                    <a:pt x="536" y="62"/>
                    <a:pt x="1051" y="164"/>
                    <a:pt x="1535" y="305"/>
                  </a:cubicBezTo>
                </a:path>
              </a:pathLst>
            </a:custGeom>
            <a:noFill/>
            <a:ln w="9525" cap="rnd">
              <a:solidFill>
                <a:srgbClr val="FF81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2481;p29"/>
            <p:cNvSpPr/>
            <p:nvPr/>
          </p:nvSpPr>
          <p:spPr>
            <a:xfrm rot="19855200">
              <a:off x="-412920" y="4079160"/>
              <a:ext cx="505440" cy="132120"/>
            </a:xfrm>
            <a:custGeom>
              <a:avLst/>
              <a:gdLst>
                <a:gd name="textAreaLeft" fmla="*/ 0 w 505440"/>
                <a:gd name="textAreaRight" fmla="*/ 505800 w 505440"/>
                <a:gd name="textAreaTop" fmla="*/ 0 h 132120"/>
                <a:gd name="textAreaBottom" fmla="*/ 132480 h 132120"/>
              </a:gdLst>
              <a:ahLst/>
              <a:cxnLst/>
              <a:rect l="textAreaLeft" t="textAreaTop" r="textAreaRight" b="textAreaBottom"/>
              <a:pathLst>
                <a:path w="10394" h="2725" fill="none">
                  <a:moveTo>
                    <a:pt x="1" y="1"/>
                  </a:moveTo>
                  <a:lnTo>
                    <a:pt x="10393" y="2725"/>
                  </a:lnTo>
                </a:path>
              </a:pathLst>
            </a:custGeom>
            <a:noFill/>
            <a:ln w="477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240" bIns="662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4" name="Google Shape;2482;p29"/>
          <p:cNvGrpSpPr/>
          <p:nvPr/>
        </p:nvGrpSpPr>
        <p:grpSpPr>
          <a:xfrm>
            <a:off x="8093520" y="4136400"/>
            <a:ext cx="1589400" cy="1279440"/>
            <a:chOff x="8093520" y="4136400"/>
            <a:chExt cx="1589400" cy="1279440"/>
          </a:xfrm>
        </p:grpSpPr>
        <p:sp>
          <p:nvSpPr>
            <p:cNvPr id="355" name="Google Shape;2483;p29"/>
            <p:cNvSpPr/>
            <p:nvPr/>
          </p:nvSpPr>
          <p:spPr>
            <a:xfrm>
              <a:off x="8100360" y="4233960"/>
              <a:ext cx="1546560" cy="1181880"/>
            </a:xfrm>
            <a:custGeom>
              <a:avLst/>
              <a:gdLst>
                <a:gd name="textAreaLeft" fmla="*/ 0 w 1546560"/>
                <a:gd name="textAreaRight" fmla="*/ 1546920 w 1546560"/>
                <a:gd name="textAreaTop" fmla="*/ 0 h 1181880"/>
                <a:gd name="textAreaBottom" fmla="*/ 1182240 h 1181880"/>
              </a:gdLst>
              <a:ahLst/>
              <a:cxnLst/>
              <a:rect l="textAreaLeft" t="textAreaTop" r="textAreaRight" b="textAreaBottom"/>
              <a:pathLst>
                <a:path w="29271" h="22373">
                  <a:moveTo>
                    <a:pt x="14423" y="1"/>
                  </a:moveTo>
                  <a:cubicBezTo>
                    <a:pt x="13940" y="1"/>
                    <a:pt x="13439" y="288"/>
                    <a:pt x="13191" y="719"/>
                  </a:cubicBezTo>
                  <a:cubicBezTo>
                    <a:pt x="12838" y="1330"/>
                    <a:pt x="12920" y="2116"/>
                    <a:pt x="13230" y="2750"/>
                  </a:cubicBezTo>
                  <a:cubicBezTo>
                    <a:pt x="13475" y="3254"/>
                    <a:pt x="13863" y="3743"/>
                    <a:pt x="13808" y="4302"/>
                  </a:cubicBezTo>
                  <a:cubicBezTo>
                    <a:pt x="13757" y="4827"/>
                    <a:pt x="13227" y="5218"/>
                    <a:pt x="12713" y="5218"/>
                  </a:cubicBezTo>
                  <a:cubicBezTo>
                    <a:pt x="12558" y="5218"/>
                    <a:pt x="12404" y="5183"/>
                    <a:pt x="12266" y="5105"/>
                  </a:cubicBezTo>
                  <a:cubicBezTo>
                    <a:pt x="12034" y="4974"/>
                    <a:pt x="11867" y="4764"/>
                    <a:pt x="11730" y="4532"/>
                  </a:cubicBezTo>
                  <a:lnTo>
                    <a:pt x="11729" y="4532"/>
                  </a:lnTo>
                  <a:cubicBezTo>
                    <a:pt x="11640" y="4378"/>
                    <a:pt x="11561" y="4214"/>
                    <a:pt x="11484" y="4054"/>
                  </a:cubicBezTo>
                  <a:cubicBezTo>
                    <a:pt x="10868" y="2768"/>
                    <a:pt x="9917" y="1406"/>
                    <a:pt x="8498" y="1264"/>
                  </a:cubicBezTo>
                  <a:cubicBezTo>
                    <a:pt x="8423" y="1257"/>
                    <a:pt x="8348" y="1253"/>
                    <a:pt x="8272" y="1253"/>
                  </a:cubicBezTo>
                  <a:cubicBezTo>
                    <a:pt x="7402" y="1253"/>
                    <a:pt x="6566" y="1738"/>
                    <a:pt x="5984" y="2398"/>
                  </a:cubicBezTo>
                  <a:cubicBezTo>
                    <a:pt x="5367" y="3100"/>
                    <a:pt x="4989" y="4149"/>
                    <a:pt x="5427" y="4975"/>
                  </a:cubicBezTo>
                  <a:cubicBezTo>
                    <a:pt x="5826" y="5723"/>
                    <a:pt x="6747" y="6043"/>
                    <a:pt x="7245" y="6729"/>
                  </a:cubicBezTo>
                  <a:cubicBezTo>
                    <a:pt x="7855" y="7573"/>
                    <a:pt x="7644" y="8843"/>
                    <a:pt x="6910" y="9582"/>
                  </a:cubicBezTo>
                  <a:cubicBezTo>
                    <a:pt x="6326" y="10170"/>
                    <a:pt x="5488" y="10444"/>
                    <a:pt x="4654" y="10444"/>
                  </a:cubicBezTo>
                  <a:cubicBezTo>
                    <a:pt x="4439" y="10444"/>
                    <a:pt x="4224" y="10426"/>
                    <a:pt x="4014" y="10390"/>
                  </a:cubicBezTo>
                  <a:cubicBezTo>
                    <a:pt x="3438" y="10292"/>
                    <a:pt x="2875" y="10076"/>
                    <a:pt x="2295" y="10076"/>
                  </a:cubicBezTo>
                  <a:cubicBezTo>
                    <a:pt x="2264" y="10076"/>
                    <a:pt x="2234" y="10077"/>
                    <a:pt x="2204" y="10078"/>
                  </a:cubicBezTo>
                  <a:cubicBezTo>
                    <a:pt x="1485" y="10105"/>
                    <a:pt x="791" y="10513"/>
                    <a:pt x="418" y="11127"/>
                  </a:cubicBezTo>
                  <a:cubicBezTo>
                    <a:pt x="44" y="11741"/>
                    <a:pt x="1" y="12546"/>
                    <a:pt x="307" y="13196"/>
                  </a:cubicBezTo>
                  <a:cubicBezTo>
                    <a:pt x="470" y="13542"/>
                    <a:pt x="746" y="13855"/>
                    <a:pt x="1112" y="13959"/>
                  </a:cubicBezTo>
                  <a:cubicBezTo>
                    <a:pt x="1215" y="13988"/>
                    <a:pt x="1321" y="14000"/>
                    <a:pt x="1428" y="14000"/>
                  </a:cubicBezTo>
                  <a:cubicBezTo>
                    <a:pt x="1573" y="14000"/>
                    <a:pt x="1719" y="13979"/>
                    <a:pt x="1862" y="13950"/>
                  </a:cubicBezTo>
                  <a:cubicBezTo>
                    <a:pt x="3085" y="13709"/>
                    <a:pt x="4175" y="13002"/>
                    <a:pt x="5397" y="12750"/>
                  </a:cubicBezTo>
                  <a:cubicBezTo>
                    <a:pt x="5527" y="12723"/>
                    <a:pt x="5664" y="12703"/>
                    <a:pt x="5797" y="12703"/>
                  </a:cubicBezTo>
                  <a:cubicBezTo>
                    <a:pt x="5961" y="12703"/>
                    <a:pt x="6121" y="12734"/>
                    <a:pt x="6259" y="12821"/>
                  </a:cubicBezTo>
                  <a:cubicBezTo>
                    <a:pt x="6633" y="13060"/>
                    <a:pt x="6665" y="13592"/>
                    <a:pt x="6605" y="14032"/>
                  </a:cubicBezTo>
                  <a:cubicBezTo>
                    <a:pt x="6458" y="15076"/>
                    <a:pt x="6026" y="16054"/>
                    <a:pt x="5751" y="17070"/>
                  </a:cubicBezTo>
                  <a:cubicBezTo>
                    <a:pt x="5475" y="18088"/>
                    <a:pt x="5370" y="19219"/>
                    <a:pt x="5853" y="20155"/>
                  </a:cubicBezTo>
                  <a:cubicBezTo>
                    <a:pt x="6265" y="20954"/>
                    <a:pt x="7065" y="21504"/>
                    <a:pt x="7924" y="21769"/>
                  </a:cubicBezTo>
                  <a:cubicBezTo>
                    <a:pt x="8494" y="21945"/>
                    <a:pt x="9091" y="22007"/>
                    <a:pt x="9689" y="22007"/>
                  </a:cubicBezTo>
                  <a:cubicBezTo>
                    <a:pt x="9992" y="22007"/>
                    <a:pt x="10295" y="21991"/>
                    <a:pt x="10595" y="21966"/>
                  </a:cubicBezTo>
                  <a:cubicBezTo>
                    <a:pt x="12069" y="21842"/>
                    <a:pt x="13698" y="21382"/>
                    <a:pt x="14411" y="20086"/>
                  </a:cubicBezTo>
                  <a:cubicBezTo>
                    <a:pt x="14729" y="19509"/>
                    <a:pt x="14821" y="18834"/>
                    <a:pt x="15076" y="18227"/>
                  </a:cubicBezTo>
                  <a:cubicBezTo>
                    <a:pt x="15479" y="17264"/>
                    <a:pt x="16345" y="16473"/>
                    <a:pt x="17374" y="16296"/>
                  </a:cubicBezTo>
                  <a:cubicBezTo>
                    <a:pt x="17508" y="16273"/>
                    <a:pt x="17644" y="16262"/>
                    <a:pt x="17780" y="16262"/>
                  </a:cubicBezTo>
                  <a:cubicBezTo>
                    <a:pt x="18689" y="16262"/>
                    <a:pt x="19606" y="16764"/>
                    <a:pt x="19980" y="17591"/>
                  </a:cubicBezTo>
                  <a:cubicBezTo>
                    <a:pt x="20346" y="18401"/>
                    <a:pt x="20173" y="19338"/>
                    <a:pt x="20198" y="20226"/>
                  </a:cubicBezTo>
                  <a:cubicBezTo>
                    <a:pt x="20224" y="21115"/>
                    <a:pt x="20606" y="22150"/>
                    <a:pt x="21473" y="22344"/>
                  </a:cubicBezTo>
                  <a:cubicBezTo>
                    <a:pt x="21558" y="22363"/>
                    <a:pt x="21643" y="22373"/>
                    <a:pt x="21727" y="22373"/>
                  </a:cubicBezTo>
                  <a:cubicBezTo>
                    <a:pt x="22503" y="22373"/>
                    <a:pt x="23191" y="21591"/>
                    <a:pt x="23269" y="20784"/>
                  </a:cubicBezTo>
                  <a:cubicBezTo>
                    <a:pt x="23372" y="19702"/>
                    <a:pt x="22702" y="18709"/>
                    <a:pt x="22460" y="17647"/>
                  </a:cubicBezTo>
                  <a:cubicBezTo>
                    <a:pt x="22129" y="16185"/>
                    <a:pt x="22657" y="14609"/>
                    <a:pt x="23643" y="13480"/>
                  </a:cubicBezTo>
                  <a:cubicBezTo>
                    <a:pt x="24628" y="12352"/>
                    <a:pt x="26024" y="11638"/>
                    <a:pt x="27473" y="11257"/>
                  </a:cubicBezTo>
                  <a:cubicBezTo>
                    <a:pt x="28227" y="11058"/>
                    <a:pt x="29183" y="10751"/>
                    <a:pt x="29232" y="9973"/>
                  </a:cubicBezTo>
                  <a:cubicBezTo>
                    <a:pt x="29271" y="9360"/>
                    <a:pt x="28628" y="8881"/>
                    <a:pt x="28013" y="8861"/>
                  </a:cubicBezTo>
                  <a:cubicBezTo>
                    <a:pt x="27992" y="8860"/>
                    <a:pt x="27971" y="8859"/>
                    <a:pt x="27950" y="8859"/>
                  </a:cubicBezTo>
                  <a:cubicBezTo>
                    <a:pt x="27361" y="8859"/>
                    <a:pt x="26807" y="9148"/>
                    <a:pt x="26282" y="9422"/>
                  </a:cubicBezTo>
                  <a:cubicBezTo>
                    <a:pt x="25784" y="9681"/>
                    <a:pt x="25252" y="9940"/>
                    <a:pt x="24697" y="9940"/>
                  </a:cubicBezTo>
                  <a:cubicBezTo>
                    <a:pt x="24645" y="9940"/>
                    <a:pt x="24592" y="9937"/>
                    <a:pt x="24539" y="9933"/>
                  </a:cubicBezTo>
                  <a:cubicBezTo>
                    <a:pt x="24405" y="9920"/>
                    <a:pt x="24269" y="9889"/>
                    <a:pt x="24164" y="9807"/>
                  </a:cubicBezTo>
                  <a:cubicBezTo>
                    <a:pt x="23928" y="9623"/>
                    <a:pt x="23933" y="9263"/>
                    <a:pt x="24026" y="8980"/>
                  </a:cubicBezTo>
                  <a:cubicBezTo>
                    <a:pt x="24287" y="8173"/>
                    <a:pt x="25020" y="7630"/>
                    <a:pt x="25634" y="7045"/>
                  </a:cubicBezTo>
                  <a:cubicBezTo>
                    <a:pt x="26112" y="6590"/>
                    <a:pt x="27023" y="5508"/>
                    <a:pt x="26519" y="4817"/>
                  </a:cubicBezTo>
                  <a:cubicBezTo>
                    <a:pt x="26200" y="4377"/>
                    <a:pt x="25597" y="4196"/>
                    <a:pt x="25034" y="4196"/>
                  </a:cubicBezTo>
                  <a:cubicBezTo>
                    <a:pt x="24803" y="4196"/>
                    <a:pt x="24579" y="4226"/>
                    <a:pt x="24384" y="4282"/>
                  </a:cubicBezTo>
                  <a:cubicBezTo>
                    <a:pt x="23633" y="4495"/>
                    <a:pt x="23005" y="5003"/>
                    <a:pt x="22404" y="5500"/>
                  </a:cubicBezTo>
                  <a:cubicBezTo>
                    <a:pt x="21802" y="5997"/>
                    <a:pt x="21182" y="6509"/>
                    <a:pt x="20434" y="6735"/>
                  </a:cubicBezTo>
                  <a:cubicBezTo>
                    <a:pt x="20172" y="6814"/>
                    <a:pt x="19900" y="6852"/>
                    <a:pt x="19628" y="6852"/>
                  </a:cubicBezTo>
                  <a:cubicBezTo>
                    <a:pt x="18776" y="6852"/>
                    <a:pt x="17920" y="6480"/>
                    <a:pt x="17369" y="5827"/>
                  </a:cubicBezTo>
                  <a:cubicBezTo>
                    <a:pt x="16756" y="5100"/>
                    <a:pt x="16535" y="4130"/>
                    <a:pt x="16327" y="3204"/>
                  </a:cubicBezTo>
                  <a:cubicBezTo>
                    <a:pt x="16151" y="2428"/>
                    <a:pt x="15967" y="1645"/>
                    <a:pt x="15614" y="933"/>
                  </a:cubicBezTo>
                  <a:cubicBezTo>
                    <a:pt x="15468" y="634"/>
                    <a:pt x="15282" y="339"/>
                    <a:pt x="14998" y="162"/>
                  </a:cubicBezTo>
                  <a:cubicBezTo>
                    <a:pt x="14823" y="51"/>
                    <a:pt x="14624" y="1"/>
                    <a:pt x="144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484;p29"/>
            <p:cNvSpPr/>
            <p:nvPr/>
          </p:nvSpPr>
          <p:spPr>
            <a:xfrm>
              <a:off x="9232920" y="4172400"/>
              <a:ext cx="201240" cy="245880"/>
            </a:xfrm>
            <a:custGeom>
              <a:avLst/>
              <a:gdLst>
                <a:gd name="textAreaLeft" fmla="*/ 0 w 201240"/>
                <a:gd name="textAreaRight" fmla="*/ 201600 w 201240"/>
                <a:gd name="textAreaTop" fmla="*/ 0 h 245880"/>
                <a:gd name="textAreaBottom" fmla="*/ 246240 h 245880"/>
              </a:gdLst>
              <a:ahLst/>
              <a:cxnLst/>
              <a:rect l="textAreaLeft" t="textAreaTop" r="textAreaRight" b="textAreaBottom"/>
              <a:pathLst>
                <a:path w="3817" h="4660">
                  <a:moveTo>
                    <a:pt x="2222" y="0"/>
                  </a:moveTo>
                  <a:cubicBezTo>
                    <a:pt x="1756" y="0"/>
                    <a:pt x="2023" y="2795"/>
                    <a:pt x="0" y="4659"/>
                  </a:cubicBezTo>
                  <a:cubicBezTo>
                    <a:pt x="0" y="4659"/>
                    <a:pt x="3817" y="2181"/>
                    <a:pt x="2671" y="450"/>
                  </a:cubicBezTo>
                  <a:cubicBezTo>
                    <a:pt x="2464" y="137"/>
                    <a:pt x="2325" y="0"/>
                    <a:pt x="22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2485;p29"/>
            <p:cNvSpPr/>
            <p:nvPr/>
          </p:nvSpPr>
          <p:spPr>
            <a:xfrm>
              <a:off x="9374760" y="5046120"/>
              <a:ext cx="308160" cy="173160"/>
            </a:xfrm>
            <a:custGeom>
              <a:avLst/>
              <a:gdLst>
                <a:gd name="textAreaLeft" fmla="*/ 0 w 308160"/>
                <a:gd name="textAreaRight" fmla="*/ 308520 w 30816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837" h="3285">
                  <a:moveTo>
                    <a:pt x="2484" y="0"/>
                  </a:moveTo>
                  <a:cubicBezTo>
                    <a:pt x="1615" y="0"/>
                    <a:pt x="1241" y="508"/>
                    <a:pt x="1241" y="508"/>
                  </a:cubicBezTo>
                  <a:cubicBezTo>
                    <a:pt x="1241" y="508"/>
                    <a:pt x="1" y="1636"/>
                    <a:pt x="2178" y="2932"/>
                  </a:cubicBezTo>
                  <a:cubicBezTo>
                    <a:pt x="2595" y="3179"/>
                    <a:pt x="3000" y="3284"/>
                    <a:pt x="3369" y="3284"/>
                  </a:cubicBezTo>
                  <a:cubicBezTo>
                    <a:pt x="4930" y="3284"/>
                    <a:pt x="5837" y="1406"/>
                    <a:pt x="4155" y="497"/>
                  </a:cubicBezTo>
                  <a:cubicBezTo>
                    <a:pt x="3467" y="125"/>
                    <a:pt x="2915" y="0"/>
                    <a:pt x="24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6760" bIns="86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2486;p29"/>
            <p:cNvSpPr/>
            <p:nvPr/>
          </p:nvSpPr>
          <p:spPr>
            <a:xfrm>
              <a:off x="8093520" y="4203360"/>
              <a:ext cx="1546560" cy="1181880"/>
            </a:xfrm>
            <a:custGeom>
              <a:avLst/>
              <a:gdLst>
                <a:gd name="textAreaLeft" fmla="*/ 0 w 1546560"/>
                <a:gd name="textAreaRight" fmla="*/ 1546920 w 1546560"/>
                <a:gd name="textAreaTop" fmla="*/ 0 h 1181880"/>
                <a:gd name="textAreaBottom" fmla="*/ 1182240 h 1181880"/>
              </a:gdLst>
              <a:ahLst/>
              <a:cxnLst/>
              <a:rect l="textAreaLeft" t="textAreaTop" r="textAreaRight" b="textAreaBottom"/>
              <a:pathLst>
                <a:path w="29271" h="22373">
                  <a:moveTo>
                    <a:pt x="14424" y="1"/>
                  </a:moveTo>
                  <a:cubicBezTo>
                    <a:pt x="13940" y="1"/>
                    <a:pt x="13439" y="288"/>
                    <a:pt x="13191" y="719"/>
                  </a:cubicBezTo>
                  <a:cubicBezTo>
                    <a:pt x="12838" y="1330"/>
                    <a:pt x="12920" y="2116"/>
                    <a:pt x="13228" y="2749"/>
                  </a:cubicBezTo>
                  <a:cubicBezTo>
                    <a:pt x="13474" y="3254"/>
                    <a:pt x="13863" y="3742"/>
                    <a:pt x="13808" y="4300"/>
                  </a:cubicBezTo>
                  <a:cubicBezTo>
                    <a:pt x="13757" y="4826"/>
                    <a:pt x="13228" y="5218"/>
                    <a:pt x="12714" y="5218"/>
                  </a:cubicBezTo>
                  <a:cubicBezTo>
                    <a:pt x="12558" y="5218"/>
                    <a:pt x="12404" y="5182"/>
                    <a:pt x="12265" y="5103"/>
                  </a:cubicBezTo>
                  <a:cubicBezTo>
                    <a:pt x="12034" y="4972"/>
                    <a:pt x="11867" y="4764"/>
                    <a:pt x="11730" y="4531"/>
                  </a:cubicBezTo>
                  <a:lnTo>
                    <a:pt x="11730" y="4532"/>
                  </a:lnTo>
                  <a:cubicBezTo>
                    <a:pt x="11639" y="4378"/>
                    <a:pt x="11560" y="4213"/>
                    <a:pt x="11484" y="4054"/>
                  </a:cubicBezTo>
                  <a:cubicBezTo>
                    <a:pt x="10868" y="2768"/>
                    <a:pt x="9917" y="1405"/>
                    <a:pt x="8498" y="1264"/>
                  </a:cubicBezTo>
                  <a:cubicBezTo>
                    <a:pt x="8422" y="1256"/>
                    <a:pt x="8345" y="1253"/>
                    <a:pt x="8270" y="1253"/>
                  </a:cubicBezTo>
                  <a:cubicBezTo>
                    <a:pt x="7400" y="1253"/>
                    <a:pt x="6565" y="1739"/>
                    <a:pt x="5985" y="2398"/>
                  </a:cubicBezTo>
                  <a:cubicBezTo>
                    <a:pt x="5367" y="3100"/>
                    <a:pt x="4988" y="4148"/>
                    <a:pt x="5427" y="4974"/>
                  </a:cubicBezTo>
                  <a:cubicBezTo>
                    <a:pt x="5826" y="5724"/>
                    <a:pt x="6747" y="6043"/>
                    <a:pt x="7245" y="6729"/>
                  </a:cubicBezTo>
                  <a:cubicBezTo>
                    <a:pt x="7856" y="7573"/>
                    <a:pt x="7645" y="8843"/>
                    <a:pt x="6909" y="9582"/>
                  </a:cubicBezTo>
                  <a:cubicBezTo>
                    <a:pt x="6326" y="10169"/>
                    <a:pt x="5488" y="10443"/>
                    <a:pt x="4653" y="10443"/>
                  </a:cubicBezTo>
                  <a:cubicBezTo>
                    <a:pt x="4439" y="10443"/>
                    <a:pt x="4224" y="10425"/>
                    <a:pt x="4014" y="10389"/>
                  </a:cubicBezTo>
                  <a:cubicBezTo>
                    <a:pt x="3436" y="10291"/>
                    <a:pt x="2872" y="10075"/>
                    <a:pt x="2289" y="10075"/>
                  </a:cubicBezTo>
                  <a:cubicBezTo>
                    <a:pt x="2261" y="10075"/>
                    <a:pt x="2232" y="10076"/>
                    <a:pt x="2204" y="10077"/>
                  </a:cubicBezTo>
                  <a:cubicBezTo>
                    <a:pt x="1484" y="10104"/>
                    <a:pt x="792" y="10513"/>
                    <a:pt x="418" y="11127"/>
                  </a:cubicBezTo>
                  <a:cubicBezTo>
                    <a:pt x="44" y="11742"/>
                    <a:pt x="0" y="12545"/>
                    <a:pt x="308" y="13195"/>
                  </a:cubicBezTo>
                  <a:cubicBezTo>
                    <a:pt x="471" y="13540"/>
                    <a:pt x="746" y="13855"/>
                    <a:pt x="1113" y="13959"/>
                  </a:cubicBezTo>
                  <a:cubicBezTo>
                    <a:pt x="1215" y="13988"/>
                    <a:pt x="1321" y="14000"/>
                    <a:pt x="1428" y="14000"/>
                  </a:cubicBezTo>
                  <a:cubicBezTo>
                    <a:pt x="1572" y="14000"/>
                    <a:pt x="1719" y="13979"/>
                    <a:pt x="1861" y="13950"/>
                  </a:cubicBezTo>
                  <a:cubicBezTo>
                    <a:pt x="3084" y="13709"/>
                    <a:pt x="4177" y="13002"/>
                    <a:pt x="5397" y="12750"/>
                  </a:cubicBezTo>
                  <a:cubicBezTo>
                    <a:pt x="5527" y="12723"/>
                    <a:pt x="5664" y="12702"/>
                    <a:pt x="5799" y="12702"/>
                  </a:cubicBezTo>
                  <a:cubicBezTo>
                    <a:pt x="5962" y="12702"/>
                    <a:pt x="6121" y="12733"/>
                    <a:pt x="6259" y="12821"/>
                  </a:cubicBezTo>
                  <a:cubicBezTo>
                    <a:pt x="6633" y="13060"/>
                    <a:pt x="6666" y="13592"/>
                    <a:pt x="6604" y="14032"/>
                  </a:cubicBezTo>
                  <a:cubicBezTo>
                    <a:pt x="6459" y="15076"/>
                    <a:pt x="6026" y="16054"/>
                    <a:pt x="5751" y="17070"/>
                  </a:cubicBezTo>
                  <a:cubicBezTo>
                    <a:pt x="5476" y="18088"/>
                    <a:pt x="5370" y="19219"/>
                    <a:pt x="5853" y="20154"/>
                  </a:cubicBezTo>
                  <a:cubicBezTo>
                    <a:pt x="6265" y="20953"/>
                    <a:pt x="7065" y="21504"/>
                    <a:pt x="7924" y="21769"/>
                  </a:cubicBezTo>
                  <a:cubicBezTo>
                    <a:pt x="8493" y="21944"/>
                    <a:pt x="9087" y="22006"/>
                    <a:pt x="9683" y="22006"/>
                  </a:cubicBezTo>
                  <a:cubicBezTo>
                    <a:pt x="9988" y="22006"/>
                    <a:pt x="10293" y="21990"/>
                    <a:pt x="10596" y="21964"/>
                  </a:cubicBezTo>
                  <a:cubicBezTo>
                    <a:pt x="12068" y="21842"/>
                    <a:pt x="13697" y="21382"/>
                    <a:pt x="14411" y="20086"/>
                  </a:cubicBezTo>
                  <a:cubicBezTo>
                    <a:pt x="14729" y="19508"/>
                    <a:pt x="14821" y="18835"/>
                    <a:pt x="15076" y="18226"/>
                  </a:cubicBezTo>
                  <a:cubicBezTo>
                    <a:pt x="15479" y="17263"/>
                    <a:pt x="16345" y="16473"/>
                    <a:pt x="17374" y="16296"/>
                  </a:cubicBezTo>
                  <a:cubicBezTo>
                    <a:pt x="17508" y="16273"/>
                    <a:pt x="17644" y="16262"/>
                    <a:pt x="17779" y="16262"/>
                  </a:cubicBezTo>
                  <a:cubicBezTo>
                    <a:pt x="18689" y="16262"/>
                    <a:pt x="19606" y="16764"/>
                    <a:pt x="19980" y="17591"/>
                  </a:cubicBezTo>
                  <a:cubicBezTo>
                    <a:pt x="20346" y="18401"/>
                    <a:pt x="20173" y="19337"/>
                    <a:pt x="20199" y="20226"/>
                  </a:cubicBezTo>
                  <a:cubicBezTo>
                    <a:pt x="20223" y="21114"/>
                    <a:pt x="20606" y="22150"/>
                    <a:pt x="21472" y="22344"/>
                  </a:cubicBezTo>
                  <a:cubicBezTo>
                    <a:pt x="21557" y="22363"/>
                    <a:pt x="21642" y="22372"/>
                    <a:pt x="21725" y="22372"/>
                  </a:cubicBezTo>
                  <a:cubicBezTo>
                    <a:pt x="22502" y="22372"/>
                    <a:pt x="23190" y="21590"/>
                    <a:pt x="23268" y="20784"/>
                  </a:cubicBezTo>
                  <a:cubicBezTo>
                    <a:pt x="23372" y="19701"/>
                    <a:pt x="22701" y="18708"/>
                    <a:pt x="22459" y="17647"/>
                  </a:cubicBezTo>
                  <a:cubicBezTo>
                    <a:pt x="22128" y="16185"/>
                    <a:pt x="22657" y="14610"/>
                    <a:pt x="23642" y="13480"/>
                  </a:cubicBezTo>
                  <a:cubicBezTo>
                    <a:pt x="24628" y="12352"/>
                    <a:pt x="26024" y="11638"/>
                    <a:pt x="27473" y="11257"/>
                  </a:cubicBezTo>
                  <a:cubicBezTo>
                    <a:pt x="28227" y="11058"/>
                    <a:pt x="29183" y="10750"/>
                    <a:pt x="29232" y="9973"/>
                  </a:cubicBezTo>
                  <a:cubicBezTo>
                    <a:pt x="29270" y="9360"/>
                    <a:pt x="28627" y="8881"/>
                    <a:pt x="28013" y="8859"/>
                  </a:cubicBezTo>
                  <a:cubicBezTo>
                    <a:pt x="27993" y="8859"/>
                    <a:pt x="27973" y="8858"/>
                    <a:pt x="27954" y="8858"/>
                  </a:cubicBezTo>
                  <a:cubicBezTo>
                    <a:pt x="27363" y="8858"/>
                    <a:pt x="26808" y="9146"/>
                    <a:pt x="26282" y="9420"/>
                  </a:cubicBezTo>
                  <a:cubicBezTo>
                    <a:pt x="25783" y="9679"/>
                    <a:pt x="25251" y="9938"/>
                    <a:pt x="24697" y="9938"/>
                  </a:cubicBezTo>
                  <a:cubicBezTo>
                    <a:pt x="24644" y="9938"/>
                    <a:pt x="24592" y="9936"/>
                    <a:pt x="24539" y="9931"/>
                  </a:cubicBezTo>
                  <a:cubicBezTo>
                    <a:pt x="24405" y="9920"/>
                    <a:pt x="24268" y="9888"/>
                    <a:pt x="24163" y="9806"/>
                  </a:cubicBezTo>
                  <a:cubicBezTo>
                    <a:pt x="23927" y="9623"/>
                    <a:pt x="23933" y="9264"/>
                    <a:pt x="24025" y="8980"/>
                  </a:cubicBezTo>
                  <a:cubicBezTo>
                    <a:pt x="24288" y="8171"/>
                    <a:pt x="25019" y="7629"/>
                    <a:pt x="25634" y="7043"/>
                  </a:cubicBezTo>
                  <a:cubicBezTo>
                    <a:pt x="26112" y="6590"/>
                    <a:pt x="27023" y="5508"/>
                    <a:pt x="26520" y="4817"/>
                  </a:cubicBezTo>
                  <a:cubicBezTo>
                    <a:pt x="26200" y="4377"/>
                    <a:pt x="25597" y="4196"/>
                    <a:pt x="25033" y="4196"/>
                  </a:cubicBezTo>
                  <a:cubicBezTo>
                    <a:pt x="24803" y="4196"/>
                    <a:pt x="24579" y="4226"/>
                    <a:pt x="24383" y="4282"/>
                  </a:cubicBezTo>
                  <a:cubicBezTo>
                    <a:pt x="23632" y="4495"/>
                    <a:pt x="23005" y="5001"/>
                    <a:pt x="22403" y="5499"/>
                  </a:cubicBezTo>
                  <a:cubicBezTo>
                    <a:pt x="21802" y="5997"/>
                    <a:pt x="21182" y="6509"/>
                    <a:pt x="20433" y="6735"/>
                  </a:cubicBezTo>
                  <a:cubicBezTo>
                    <a:pt x="20172" y="6814"/>
                    <a:pt x="19901" y="6852"/>
                    <a:pt x="19629" y="6852"/>
                  </a:cubicBezTo>
                  <a:cubicBezTo>
                    <a:pt x="18777" y="6852"/>
                    <a:pt x="17920" y="6480"/>
                    <a:pt x="17368" y="5827"/>
                  </a:cubicBezTo>
                  <a:cubicBezTo>
                    <a:pt x="16755" y="5100"/>
                    <a:pt x="16535" y="4131"/>
                    <a:pt x="16326" y="3204"/>
                  </a:cubicBezTo>
                  <a:cubicBezTo>
                    <a:pt x="16151" y="2428"/>
                    <a:pt x="15967" y="1645"/>
                    <a:pt x="15614" y="933"/>
                  </a:cubicBezTo>
                  <a:cubicBezTo>
                    <a:pt x="15467" y="634"/>
                    <a:pt x="15282" y="339"/>
                    <a:pt x="14998" y="160"/>
                  </a:cubicBezTo>
                  <a:cubicBezTo>
                    <a:pt x="14823" y="50"/>
                    <a:pt x="14625" y="1"/>
                    <a:pt x="1442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2487;p29"/>
            <p:cNvSpPr/>
            <p:nvPr/>
          </p:nvSpPr>
          <p:spPr>
            <a:xfrm>
              <a:off x="9248400" y="4136400"/>
              <a:ext cx="177120" cy="262080"/>
            </a:xfrm>
            <a:custGeom>
              <a:avLst/>
              <a:gdLst>
                <a:gd name="textAreaLeft" fmla="*/ 0 w 177120"/>
                <a:gd name="textAreaRight" fmla="*/ 177480 w 177120"/>
                <a:gd name="textAreaTop" fmla="*/ 0 h 262080"/>
                <a:gd name="textAreaBottom" fmla="*/ 262440 h 262080"/>
              </a:gdLst>
              <a:ahLst/>
              <a:cxnLst/>
              <a:rect l="textAreaLeft" t="textAreaTop" r="textAreaRight" b="textAreaBottom"/>
              <a:pathLst>
                <a:path w="3355" h="4964">
                  <a:moveTo>
                    <a:pt x="1441" y="0"/>
                  </a:moveTo>
                  <a:cubicBezTo>
                    <a:pt x="939" y="0"/>
                    <a:pt x="1711" y="2759"/>
                    <a:pt x="0" y="4963"/>
                  </a:cubicBezTo>
                  <a:cubicBezTo>
                    <a:pt x="0" y="4963"/>
                    <a:pt x="3355" y="1888"/>
                    <a:pt x="1939" y="371"/>
                  </a:cubicBezTo>
                  <a:cubicBezTo>
                    <a:pt x="1699" y="114"/>
                    <a:pt x="1544" y="0"/>
                    <a:pt x="144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2488;p29"/>
            <p:cNvSpPr/>
            <p:nvPr/>
          </p:nvSpPr>
          <p:spPr>
            <a:xfrm>
              <a:off x="9367920" y="5015520"/>
              <a:ext cx="308160" cy="173160"/>
            </a:xfrm>
            <a:custGeom>
              <a:avLst/>
              <a:gdLst>
                <a:gd name="textAreaLeft" fmla="*/ 0 w 308160"/>
                <a:gd name="textAreaRight" fmla="*/ 308520 w 30816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837" h="3286">
                  <a:moveTo>
                    <a:pt x="2485" y="0"/>
                  </a:moveTo>
                  <a:cubicBezTo>
                    <a:pt x="1615" y="0"/>
                    <a:pt x="1241" y="509"/>
                    <a:pt x="1241" y="509"/>
                  </a:cubicBezTo>
                  <a:cubicBezTo>
                    <a:pt x="1241" y="509"/>
                    <a:pt x="0" y="1638"/>
                    <a:pt x="2178" y="2933"/>
                  </a:cubicBezTo>
                  <a:cubicBezTo>
                    <a:pt x="2594" y="3180"/>
                    <a:pt x="2999" y="3285"/>
                    <a:pt x="3368" y="3285"/>
                  </a:cubicBezTo>
                  <a:cubicBezTo>
                    <a:pt x="4930" y="3285"/>
                    <a:pt x="5837" y="1405"/>
                    <a:pt x="4155" y="496"/>
                  </a:cubicBezTo>
                  <a:cubicBezTo>
                    <a:pt x="3467" y="125"/>
                    <a:pt x="2915" y="0"/>
                    <a:pt x="248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6760" bIns="867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489;p29"/>
            <p:cNvSpPr/>
            <p:nvPr/>
          </p:nvSpPr>
          <p:spPr>
            <a:xfrm>
              <a:off x="8394840" y="4322160"/>
              <a:ext cx="74880" cy="133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1424" h="2528">
                  <a:moveTo>
                    <a:pt x="1423" y="0"/>
                  </a:moveTo>
                  <a:lnTo>
                    <a:pt x="1423" y="0"/>
                  </a:lnTo>
                  <a:cubicBezTo>
                    <a:pt x="833" y="135"/>
                    <a:pt x="289" y="569"/>
                    <a:pt x="100" y="1159"/>
                  </a:cubicBezTo>
                  <a:cubicBezTo>
                    <a:pt x="81" y="1213"/>
                    <a:pt x="66" y="1278"/>
                    <a:pt x="53" y="1334"/>
                  </a:cubicBezTo>
                  <a:cubicBezTo>
                    <a:pt x="52" y="1351"/>
                    <a:pt x="38" y="1445"/>
                    <a:pt x="35" y="1464"/>
                  </a:cubicBezTo>
                  <a:cubicBezTo>
                    <a:pt x="0" y="1834"/>
                    <a:pt x="104" y="2219"/>
                    <a:pt x="298" y="2527"/>
                  </a:cubicBezTo>
                  <a:cubicBezTo>
                    <a:pt x="288" y="2462"/>
                    <a:pt x="272" y="2398"/>
                    <a:pt x="259" y="2334"/>
                  </a:cubicBezTo>
                  <a:cubicBezTo>
                    <a:pt x="252" y="2288"/>
                    <a:pt x="243" y="2236"/>
                    <a:pt x="236" y="2190"/>
                  </a:cubicBezTo>
                  <a:cubicBezTo>
                    <a:pt x="229" y="2147"/>
                    <a:pt x="222" y="2068"/>
                    <a:pt x="216" y="2025"/>
                  </a:cubicBezTo>
                  <a:cubicBezTo>
                    <a:pt x="213" y="1990"/>
                    <a:pt x="210" y="1940"/>
                    <a:pt x="209" y="1907"/>
                  </a:cubicBezTo>
                  <a:cubicBezTo>
                    <a:pt x="205" y="1852"/>
                    <a:pt x="209" y="1796"/>
                    <a:pt x="207" y="1743"/>
                  </a:cubicBezTo>
                  <a:cubicBezTo>
                    <a:pt x="209" y="1728"/>
                    <a:pt x="212" y="1688"/>
                    <a:pt x="212" y="1672"/>
                  </a:cubicBezTo>
                  <a:cubicBezTo>
                    <a:pt x="215" y="1612"/>
                    <a:pt x="226" y="1551"/>
                    <a:pt x="233" y="1490"/>
                  </a:cubicBezTo>
                  <a:cubicBezTo>
                    <a:pt x="236" y="1474"/>
                    <a:pt x="254" y="1392"/>
                    <a:pt x="256" y="1379"/>
                  </a:cubicBezTo>
                  <a:cubicBezTo>
                    <a:pt x="265" y="1346"/>
                    <a:pt x="279" y="1301"/>
                    <a:pt x="288" y="1268"/>
                  </a:cubicBezTo>
                  <a:cubicBezTo>
                    <a:pt x="469" y="710"/>
                    <a:pt x="931" y="308"/>
                    <a:pt x="142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490;p29"/>
            <p:cNvSpPr/>
            <p:nvPr/>
          </p:nvSpPr>
          <p:spPr>
            <a:xfrm>
              <a:off x="8758800" y="4260240"/>
              <a:ext cx="110160" cy="24624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246240"/>
                <a:gd name="textAreaBottom" fmla="*/ 246600 h 246240"/>
              </a:gdLst>
              <a:ahLst/>
              <a:cxnLst/>
              <a:rect l="textAreaLeft" t="textAreaTop" r="textAreaRight" b="textAreaBottom"/>
              <a:pathLst>
                <a:path w="2089" h="4666">
                  <a:moveTo>
                    <a:pt x="983" y="0"/>
                  </a:moveTo>
                  <a:cubicBezTo>
                    <a:pt x="697" y="753"/>
                    <a:pt x="842" y="1639"/>
                    <a:pt x="1310" y="2290"/>
                  </a:cubicBezTo>
                  <a:cubicBezTo>
                    <a:pt x="1360" y="2363"/>
                    <a:pt x="1428" y="2441"/>
                    <a:pt x="1481" y="2513"/>
                  </a:cubicBezTo>
                  <a:cubicBezTo>
                    <a:pt x="2008" y="3224"/>
                    <a:pt x="1411" y="4204"/>
                    <a:pt x="697" y="4517"/>
                  </a:cubicBezTo>
                  <a:cubicBezTo>
                    <a:pt x="583" y="4567"/>
                    <a:pt x="457" y="4599"/>
                    <a:pt x="333" y="4599"/>
                  </a:cubicBezTo>
                  <a:cubicBezTo>
                    <a:pt x="217" y="4599"/>
                    <a:pt x="103" y="4571"/>
                    <a:pt x="0" y="4504"/>
                  </a:cubicBezTo>
                  <a:lnTo>
                    <a:pt x="0" y="4504"/>
                  </a:lnTo>
                  <a:cubicBezTo>
                    <a:pt x="119" y="4619"/>
                    <a:pt x="278" y="4665"/>
                    <a:pt x="440" y="4665"/>
                  </a:cubicBezTo>
                  <a:cubicBezTo>
                    <a:pt x="540" y="4665"/>
                    <a:pt x="641" y="4648"/>
                    <a:pt x="733" y="4618"/>
                  </a:cubicBezTo>
                  <a:cubicBezTo>
                    <a:pt x="1468" y="4381"/>
                    <a:pt x="2088" y="3532"/>
                    <a:pt x="1841" y="2749"/>
                  </a:cubicBezTo>
                  <a:cubicBezTo>
                    <a:pt x="1789" y="2585"/>
                    <a:pt x="1701" y="2437"/>
                    <a:pt x="1591" y="2307"/>
                  </a:cubicBezTo>
                  <a:lnTo>
                    <a:pt x="1534" y="2238"/>
                  </a:lnTo>
                  <a:cubicBezTo>
                    <a:pt x="1421" y="2097"/>
                    <a:pt x="1323" y="1944"/>
                    <a:pt x="1238" y="1785"/>
                  </a:cubicBezTo>
                  <a:cubicBezTo>
                    <a:pt x="957" y="1241"/>
                    <a:pt x="871" y="605"/>
                    <a:pt x="98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491;p29"/>
            <p:cNvSpPr/>
            <p:nvPr/>
          </p:nvSpPr>
          <p:spPr>
            <a:xfrm>
              <a:off x="8610120" y="4342680"/>
              <a:ext cx="62640" cy="7596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94" h="1443">
                  <a:moveTo>
                    <a:pt x="108" y="0"/>
                  </a:moveTo>
                  <a:cubicBezTo>
                    <a:pt x="70" y="0"/>
                    <a:pt x="34" y="7"/>
                    <a:pt x="0" y="21"/>
                  </a:cubicBezTo>
                  <a:cubicBezTo>
                    <a:pt x="261" y="67"/>
                    <a:pt x="508" y="437"/>
                    <a:pt x="655" y="645"/>
                  </a:cubicBezTo>
                  <a:cubicBezTo>
                    <a:pt x="774" y="822"/>
                    <a:pt x="890" y="1012"/>
                    <a:pt x="1013" y="1192"/>
                  </a:cubicBezTo>
                  <a:cubicBezTo>
                    <a:pt x="1069" y="1279"/>
                    <a:pt x="1126" y="1362"/>
                    <a:pt x="1193" y="1443"/>
                  </a:cubicBezTo>
                  <a:cubicBezTo>
                    <a:pt x="1179" y="1339"/>
                    <a:pt x="1156" y="1238"/>
                    <a:pt x="1127" y="1139"/>
                  </a:cubicBezTo>
                  <a:cubicBezTo>
                    <a:pt x="998" y="745"/>
                    <a:pt x="789" y="352"/>
                    <a:pt x="433" y="114"/>
                  </a:cubicBezTo>
                  <a:cubicBezTo>
                    <a:pt x="347" y="57"/>
                    <a:pt x="222" y="0"/>
                    <a:pt x="108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492;p29"/>
            <p:cNvSpPr/>
            <p:nvPr/>
          </p:nvSpPr>
          <p:spPr>
            <a:xfrm>
              <a:off x="8377920" y="4668120"/>
              <a:ext cx="137880" cy="110880"/>
            </a:xfrm>
            <a:custGeom>
              <a:avLst/>
              <a:gdLst>
                <a:gd name="textAreaLeft" fmla="*/ 0 w 137880"/>
                <a:gd name="textAreaRight" fmla="*/ 138240 w 13788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2613" h="2108">
                  <a:moveTo>
                    <a:pt x="2481" y="0"/>
                  </a:moveTo>
                  <a:lnTo>
                    <a:pt x="2481" y="0"/>
                  </a:lnTo>
                  <a:cubicBezTo>
                    <a:pt x="2473" y="537"/>
                    <a:pt x="2195" y="1028"/>
                    <a:pt x="1773" y="1350"/>
                  </a:cubicBezTo>
                  <a:cubicBezTo>
                    <a:pt x="1618" y="1471"/>
                    <a:pt x="1442" y="1575"/>
                    <a:pt x="1265" y="1661"/>
                  </a:cubicBezTo>
                  <a:cubicBezTo>
                    <a:pt x="1170" y="1708"/>
                    <a:pt x="1062" y="1754"/>
                    <a:pt x="963" y="1793"/>
                  </a:cubicBezTo>
                  <a:cubicBezTo>
                    <a:pt x="934" y="1805"/>
                    <a:pt x="888" y="1825"/>
                    <a:pt x="859" y="1835"/>
                  </a:cubicBezTo>
                  <a:cubicBezTo>
                    <a:pt x="582" y="1939"/>
                    <a:pt x="294" y="2021"/>
                    <a:pt x="0" y="2107"/>
                  </a:cubicBezTo>
                  <a:cubicBezTo>
                    <a:pt x="6" y="2107"/>
                    <a:pt x="12" y="2107"/>
                    <a:pt x="18" y="2107"/>
                  </a:cubicBezTo>
                  <a:cubicBezTo>
                    <a:pt x="663" y="2107"/>
                    <a:pt x="1338" y="1948"/>
                    <a:pt x="1861" y="1554"/>
                  </a:cubicBezTo>
                  <a:cubicBezTo>
                    <a:pt x="1906" y="1521"/>
                    <a:pt x="1955" y="1477"/>
                    <a:pt x="1998" y="1441"/>
                  </a:cubicBezTo>
                  <a:cubicBezTo>
                    <a:pt x="2037" y="1402"/>
                    <a:pt x="2088" y="1356"/>
                    <a:pt x="2123" y="1313"/>
                  </a:cubicBezTo>
                  <a:cubicBezTo>
                    <a:pt x="2438" y="966"/>
                    <a:pt x="2612" y="459"/>
                    <a:pt x="248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2493;p29"/>
            <p:cNvSpPr/>
            <p:nvPr/>
          </p:nvSpPr>
          <p:spPr>
            <a:xfrm>
              <a:off x="8129880" y="4861800"/>
              <a:ext cx="74880" cy="5616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56160"/>
                <a:gd name="textAreaBottom" fmla="*/ 56520 h 56160"/>
              </a:gdLst>
              <a:ahLst/>
              <a:cxnLst/>
              <a:rect l="textAreaLeft" t="textAreaTop" r="textAreaRight" b="textAreaBottom"/>
              <a:pathLst>
                <a:path w="1423" h="1072">
                  <a:moveTo>
                    <a:pt x="38" y="1"/>
                  </a:moveTo>
                  <a:cubicBezTo>
                    <a:pt x="1" y="521"/>
                    <a:pt x="343" y="1072"/>
                    <a:pt x="859" y="1072"/>
                  </a:cubicBezTo>
                  <a:cubicBezTo>
                    <a:pt x="941" y="1072"/>
                    <a:pt x="1028" y="1057"/>
                    <a:pt x="1118" y="1027"/>
                  </a:cubicBezTo>
                  <a:cubicBezTo>
                    <a:pt x="1126" y="1025"/>
                    <a:pt x="1141" y="1020"/>
                    <a:pt x="1149" y="1015"/>
                  </a:cubicBezTo>
                  <a:cubicBezTo>
                    <a:pt x="1206" y="994"/>
                    <a:pt x="1268" y="962"/>
                    <a:pt x="1320" y="929"/>
                  </a:cubicBezTo>
                  <a:cubicBezTo>
                    <a:pt x="1356" y="905"/>
                    <a:pt x="1389" y="879"/>
                    <a:pt x="1422" y="851"/>
                  </a:cubicBezTo>
                  <a:lnTo>
                    <a:pt x="1422" y="851"/>
                  </a:lnTo>
                  <a:cubicBezTo>
                    <a:pt x="1379" y="857"/>
                    <a:pt x="1339" y="864"/>
                    <a:pt x="1298" y="871"/>
                  </a:cubicBezTo>
                  <a:cubicBezTo>
                    <a:pt x="1221" y="883"/>
                    <a:pt x="1140" y="894"/>
                    <a:pt x="1062" y="896"/>
                  </a:cubicBezTo>
                  <a:cubicBezTo>
                    <a:pt x="1045" y="897"/>
                    <a:pt x="1027" y="897"/>
                    <a:pt x="1010" y="897"/>
                  </a:cubicBezTo>
                  <a:cubicBezTo>
                    <a:pt x="482" y="897"/>
                    <a:pt x="254" y="432"/>
                    <a:pt x="3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2494;p29"/>
            <p:cNvSpPr/>
            <p:nvPr/>
          </p:nvSpPr>
          <p:spPr>
            <a:xfrm>
              <a:off x="8390520" y="5072400"/>
              <a:ext cx="149400" cy="25596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255960"/>
                <a:gd name="textAreaBottom" fmla="*/ 256320 h 255960"/>
              </a:gdLst>
              <a:ahLst/>
              <a:cxnLst/>
              <a:rect l="textAreaLeft" t="textAreaTop" r="textAreaRight" b="textAreaBottom"/>
              <a:pathLst>
                <a:path w="2831" h="4850">
                  <a:moveTo>
                    <a:pt x="733" y="0"/>
                  </a:moveTo>
                  <a:lnTo>
                    <a:pt x="733" y="0"/>
                  </a:lnTo>
                  <a:cubicBezTo>
                    <a:pt x="0" y="1744"/>
                    <a:pt x="89" y="4191"/>
                    <a:pt x="2258" y="4753"/>
                  </a:cubicBezTo>
                  <a:cubicBezTo>
                    <a:pt x="2379" y="4786"/>
                    <a:pt x="2514" y="4811"/>
                    <a:pt x="2638" y="4828"/>
                  </a:cubicBezTo>
                  <a:cubicBezTo>
                    <a:pt x="2701" y="4838"/>
                    <a:pt x="2766" y="4842"/>
                    <a:pt x="2831" y="4850"/>
                  </a:cubicBezTo>
                  <a:cubicBezTo>
                    <a:pt x="2706" y="4815"/>
                    <a:pt x="2583" y="4781"/>
                    <a:pt x="2462" y="4739"/>
                  </a:cubicBezTo>
                  <a:cubicBezTo>
                    <a:pt x="2195" y="4648"/>
                    <a:pt x="1933" y="4530"/>
                    <a:pt x="1697" y="4375"/>
                  </a:cubicBezTo>
                  <a:cubicBezTo>
                    <a:pt x="1308" y="4124"/>
                    <a:pt x="995" y="3760"/>
                    <a:pt x="806" y="3339"/>
                  </a:cubicBezTo>
                  <a:cubicBezTo>
                    <a:pt x="354" y="2326"/>
                    <a:pt x="495" y="1056"/>
                    <a:pt x="73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495;p29"/>
            <p:cNvSpPr/>
            <p:nvPr/>
          </p:nvSpPr>
          <p:spPr>
            <a:xfrm>
              <a:off x="9171000" y="4504680"/>
              <a:ext cx="126360" cy="74880"/>
            </a:xfrm>
            <a:custGeom>
              <a:avLst/>
              <a:gdLst>
                <a:gd name="textAreaLeft" fmla="*/ 0 w 126360"/>
                <a:gd name="textAreaRight" fmla="*/ 126720 w 12636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2397" h="1427">
                  <a:moveTo>
                    <a:pt x="2397" y="0"/>
                  </a:moveTo>
                  <a:lnTo>
                    <a:pt x="2397" y="0"/>
                  </a:lnTo>
                  <a:cubicBezTo>
                    <a:pt x="2084" y="279"/>
                    <a:pt x="1774" y="530"/>
                    <a:pt x="1421" y="744"/>
                  </a:cubicBezTo>
                  <a:cubicBezTo>
                    <a:pt x="975" y="1022"/>
                    <a:pt x="493" y="1238"/>
                    <a:pt x="1" y="1426"/>
                  </a:cubicBezTo>
                  <a:cubicBezTo>
                    <a:pt x="756" y="1423"/>
                    <a:pt x="1592" y="1013"/>
                    <a:pt x="2089" y="449"/>
                  </a:cubicBezTo>
                  <a:cubicBezTo>
                    <a:pt x="2169" y="357"/>
                    <a:pt x="2243" y="261"/>
                    <a:pt x="2307" y="159"/>
                  </a:cubicBezTo>
                  <a:cubicBezTo>
                    <a:pt x="2341" y="108"/>
                    <a:pt x="2368" y="54"/>
                    <a:pt x="239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496;p29"/>
            <p:cNvSpPr/>
            <p:nvPr/>
          </p:nvSpPr>
          <p:spPr>
            <a:xfrm>
              <a:off x="9252000" y="4827240"/>
              <a:ext cx="150840" cy="26424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64240"/>
                <a:gd name="textAreaBottom" fmla="*/ 264600 h 264240"/>
              </a:gdLst>
              <a:ahLst/>
              <a:cxnLst/>
              <a:rect l="textAreaLeft" t="textAreaTop" r="textAreaRight" b="textAreaBottom"/>
              <a:pathLst>
                <a:path w="2863" h="5009">
                  <a:moveTo>
                    <a:pt x="2862" y="1"/>
                  </a:moveTo>
                  <a:cubicBezTo>
                    <a:pt x="1406" y="785"/>
                    <a:pt x="58" y="2348"/>
                    <a:pt x="4" y="4063"/>
                  </a:cubicBezTo>
                  <a:cubicBezTo>
                    <a:pt x="0" y="4254"/>
                    <a:pt x="9" y="4446"/>
                    <a:pt x="36" y="4636"/>
                  </a:cubicBezTo>
                  <a:cubicBezTo>
                    <a:pt x="52" y="4762"/>
                    <a:pt x="79" y="4886"/>
                    <a:pt x="111" y="5008"/>
                  </a:cubicBezTo>
                  <a:cubicBezTo>
                    <a:pt x="94" y="4757"/>
                    <a:pt x="89" y="4506"/>
                    <a:pt x="111" y="4257"/>
                  </a:cubicBezTo>
                  <a:cubicBezTo>
                    <a:pt x="258" y="2487"/>
                    <a:pt x="1524" y="1058"/>
                    <a:pt x="2862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497;p29"/>
            <p:cNvSpPr/>
            <p:nvPr/>
          </p:nvSpPr>
          <p:spPr>
            <a:xfrm>
              <a:off x="9423360" y="5037120"/>
              <a:ext cx="51480" cy="788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978" h="1499">
                  <a:moveTo>
                    <a:pt x="977" y="1"/>
                  </a:moveTo>
                  <a:cubicBezTo>
                    <a:pt x="977" y="1"/>
                    <a:pt x="976" y="2"/>
                    <a:pt x="975" y="3"/>
                  </a:cubicBezTo>
                  <a:lnTo>
                    <a:pt x="975" y="3"/>
                  </a:lnTo>
                  <a:cubicBezTo>
                    <a:pt x="976" y="2"/>
                    <a:pt x="977" y="2"/>
                    <a:pt x="977" y="2"/>
                  </a:cubicBezTo>
                  <a:lnTo>
                    <a:pt x="977" y="1"/>
                  </a:lnTo>
                  <a:close/>
                  <a:moveTo>
                    <a:pt x="975" y="3"/>
                  </a:moveTo>
                  <a:lnTo>
                    <a:pt x="975" y="3"/>
                  </a:lnTo>
                  <a:cubicBezTo>
                    <a:pt x="646" y="55"/>
                    <a:pt x="299" y="260"/>
                    <a:pt x="133" y="556"/>
                  </a:cubicBezTo>
                  <a:cubicBezTo>
                    <a:pt x="0" y="794"/>
                    <a:pt x="16" y="1058"/>
                    <a:pt x="174" y="1282"/>
                  </a:cubicBezTo>
                  <a:cubicBezTo>
                    <a:pt x="199" y="1310"/>
                    <a:pt x="233" y="1355"/>
                    <a:pt x="261" y="1379"/>
                  </a:cubicBezTo>
                  <a:cubicBezTo>
                    <a:pt x="307" y="1425"/>
                    <a:pt x="357" y="1464"/>
                    <a:pt x="410" y="1499"/>
                  </a:cubicBezTo>
                  <a:cubicBezTo>
                    <a:pt x="402" y="1479"/>
                    <a:pt x="393" y="1460"/>
                    <a:pt x="383" y="1441"/>
                  </a:cubicBezTo>
                  <a:cubicBezTo>
                    <a:pt x="358" y="1397"/>
                    <a:pt x="340" y="1349"/>
                    <a:pt x="318" y="1303"/>
                  </a:cubicBezTo>
                  <a:cubicBezTo>
                    <a:pt x="312" y="1287"/>
                    <a:pt x="292" y="1238"/>
                    <a:pt x="287" y="1221"/>
                  </a:cubicBezTo>
                  <a:cubicBezTo>
                    <a:pt x="281" y="1202"/>
                    <a:pt x="266" y="1159"/>
                    <a:pt x="262" y="1140"/>
                  </a:cubicBezTo>
                  <a:cubicBezTo>
                    <a:pt x="259" y="1126"/>
                    <a:pt x="253" y="1099"/>
                    <a:pt x="251" y="1086"/>
                  </a:cubicBezTo>
                  <a:cubicBezTo>
                    <a:pt x="160" y="609"/>
                    <a:pt x="651" y="281"/>
                    <a:pt x="975" y="3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498;p29"/>
            <p:cNvSpPr/>
            <p:nvPr/>
          </p:nvSpPr>
          <p:spPr>
            <a:xfrm>
              <a:off x="9315000" y="4161960"/>
              <a:ext cx="24120" cy="126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465" h="2401">
                  <a:moveTo>
                    <a:pt x="263" y="1"/>
                  </a:moveTo>
                  <a:lnTo>
                    <a:pt x="263" y="1"/>
                  </a:lnTo>
                  <a:cubicBezTo>
                    <a:pt x="189" y="668"/>
                    <a:pt x="89" y="1430"/>
                    <a:pt x="21" y="2094"/>
                  </a:cubicBezTo>
                  <a:cubicBezTo>
                    <a:pt x="12" y="2195"/>
                    <a:pt x="2" y="2297"/>
                    <a:pt x="1" y="2401"/>
                  </a:cubicBezTo>
                  <a:cubicBezTo>
                    <a:pt x="48" y="2309"/>
                    <a:pt x="90" y="2215"/>
                    <a:pt x="126" y="2119"/>
                  </a:cubicBezTo>
                  <a:cubicBezTo>
                    <a:pt x="353" y="1503"/>
                    <a:pt x="464" y="634"/>
                    <a:pt x="26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2499;p29"/>
            <p:cNvSpPr/>
            <p:nvPr/>
          </p:nvSpPr>
          <p:spPr>
            <a:xfrm>
              <a:off x="8883360" y="5045760"/>
              <a:ext cx="143640" cy="975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2726" h="1856">
                  <a:moveTo>
                    <a:pt x="2159" y="0"/>
                  </a:moveTo>
                  <a:cubicBezTo>
                    <a:pt x="1817" y="0"/>
                    <a:pt x="1472" y="82"/>
                    <a:pt x="1173" y="246"/>
                  </a:cubicBezTo>
                  <a:cubicBezTo>
                    <a:pt x="572" y="569"/>
                    <a:pt x="127" y="1190"/>
                    <a:pt x="0" y="1856"/>
                  </a:cubicBezTo>
                  <a:cubicBezTo>
                    <a:pt x="307" y="1270"/>
                    <a:pt x="737" y="725"/>
                    <a:pt x="1321" y="407"/>
                  </a:cubicBezTo>
                  <a:cubicBezTo>
                    <a:pt x="1588" y="264"/>
                    <a:pt x="1880" y="174"/>
                    <a:pt x="2178" y="125"/>
                  </a:cubicBezTo>
                  <a:cubicBezTo>
                    <a:pt x="2212" y="121"/>
                    <a:pt x="2307" y="109"/>
                    <a:pt x="2340" y="103"/>
                  </a:cubicBezTo>
                  <a:cubicBezTo>
                    <a:pt x="2403" y="97"/>
                    <a:pt x="2467" y="93"/>
                    <a:pt x="2532" y="87"/>
                  </a:cubicBezTo>
                  <a:cubicBezTo>
                    <a:pt x="2595" y="85"/>
                    <a:pt x="2662" y="82"/>
                    <a:pt x="2726" y="77"/>
                  </a:cubicBezTo>
                  <a:cubicBezTo>
                    <a:pt x="2543" y="26"/>
                    <a:pt x="2352" y="0"/>
                    <a:pt x="21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2" name="Google Shape;2500;p29"/>
          <p:cNvGrpSpPr/>
          <p:nvPr/>
        </p:nvGrpSpPr>
        <p:grpSpPr>
          <a:xfrm>
            <a:off x="-357120" y="-516600"/>
            <a:ext cx="1468800" cy="1433520"/>
            <a:chOff x="-357120" y="-516600"/>
            <a:chExt cx="1468800" cy="1433520"/>
          </a:xfrm>
        </p:grpSpPr>
        <p:sp>
          <p:nvSpPr>
            <p:cNvPr id="373" name="Google Shape;2501;p29"/>
            <p:cNvSpPr/>
            <p:nvPr/>
          </p:nvSpPr>
          <p:spPr>
            <a:xfrm rot="19723200">
              <a:off x="-112320" y="-302400"/>
              <a:ext cx="1032840" cy="1026000"/>
            </a:xfrm>
            <a:custGeom>
              <a:avLst/>
              <a:gdLst>
                <a:gd name="textAreaLeft" fmla="*/ 0 w 1032840"/>
                <a:gd name="textAreaRight" fmla="*/ 1033200 w 1032840"/>
                <a:gd name="textAreaTop" fmla="*/ 0 h 1026000"/>
                <a:gd name="textAreaBottom" fmla="*/ 1026360 h 1026000"/>
              </a:gdLst>
              <a:ahLst/>
              <a:cxnLst/>
              <a:rect l="textAreaLeft" t="textAreaTop" r="textAreaRight" b="textAreaBottom"/>
              <a:pathLst>
                <a:path w="13784" h="13695">
                  <a:moveTo>
                    <a:pt x="618" y="1"/>
                  </a:moveTo>
                  <a:cubicBezTo>
                    <a:pt x="351" y="1"/>
                    <a:pt x="115" y="146"/>
                    <a:pt x="45" y="405"/>
                  </a:cubicBezTo>
                  <a:lnTo>
                    <a:pt x="124" y="12775"/>
                  </a:lnTo>
                  <a:cubicBezTo>
                    <a:pt x="0" y="13231"/>
                    <a:pt x="450" y="13695"/>
                    <a:pt x="919" y="13695"/>
                  </a:cubicBezTo>
                  <a:cubicBezTo>
                    <a:pt x="997" y="13695"/>
                    <a:pt x="1075" y="13682"/>
                    <a:pt x="1151" y="13654"/>
                  </a:cubicBezTo>
                  <a:lnTo>
                    <a:pt x="13297" y="8180"/>
                  </a:lnTo>
                  <a:cubicBezTo>
                    <a:pt x="13770" y="8008"/>
                    <a:pt x="13783" y="7383"/>
                    <a:pt x="13320" y="7054"/>
                  </a:cubicBezTo>
                  <a:lnTo>
                    <a:pt x="1094" y="159"/>
                  </a:lnTo>
                  <a:cubicBezTo>
                    <a:pt x="943" y="51"/>
                    <a:pt x="775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502;p29"/>
            <p:cNvSpPr/>
            <p:nvPr/>
          </p:nvSpPr>
          <p:spPr>
            <a:xfrm rot="19723200">
              <a:off x="-165600" y="-322920"/>
              <a:ext cx="1032480" cy="1026000"/>
            </a:xfrm>
            <a:custGeom>
              <a:avLst/>
              <a:gdLst>
                <a:gd name="textAreaLeft" fmla="*/ 0 w 1032480"/>
                <a:gd name="textAreaRight" fmla="*/ 1032840 w 1032480"/>
                <a:gd name="textAreaTop" fmla="*/ 0 h 1026000"/>
                <a:gd name="textAreaBottom" fmla="*/ 1026360 h 1026000"/>
              </a:gdLst>
              <a:ahLst/>
              <a:cxnLst/>
              <a:rect l="textAreaLeft" t="textAreaTop" r="textAreaRight" b="textAreaBottom"/>
              <a:pathLst>
                <a:path w="13783" h="13695">
                  <a:moveTo>
                    <a:pt x="617" y="0"/>
                  </a:moveTo>
                  <a:cubicBezTo>
                    <a:pt x="351" y="0"/>
                    <a:pt x="115" y="146"/>
                    <a:pt x="44" y="405"/>
                  </a:cubicBezTo>
                  <a:lnTo>
                    <a:pt x="124" y="12775"/>
                  </a:lnTo>
                  <a:cubicBezTo>
                    <a:pt x="0" y="13230"/>
                    <a:pt x="450" y="13694"/>
                    <a:pt x="919" y="13694"/>
                  </a:cubicBezTo>
                  <a:cubicBezTo>
                    <a:pt x="997" y="13694"/>
                    <a:pt x="1075" y="13682"/>
                    <a:pt x="1151" y="13654"/>
                  </a:cubicBezTo>
                  <a:lnTo>
                    <a:pt x="13297" y="8180"/>
                  </a:lnTo>
                  <a:cubicBezTo>
                    <a:pt x="13770" y="8007"/>
                    <a:pt x="13783" y="7383"/>
                    <a:pt x="13320" y="7053"/>
                  </a:cubicBezTo>
                  <a:lnTo>
                    <a:pt x="1094" y="159"/>
                  </a:lnTo>
                  <a:cubicBezTo>
                    <a:pt x="942" y="51"/>
                    <a:pt x="775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5" name="Google Shape;2503;p29"/>
          <p:cNvSpPr/>
          <p:nvPr/>
        </p:nvSpPr>
        <p:spPr>
          <a:xfrm rot="18019800" flipH="1">
            <a:off x="8215560" y="2576880"/>
            <a:ext cx="1019520" cy="677520"/>
          </a:xfrm>
          <a:custGeom>
            <a:avLst/>
            <a:gdLst>
              <a:gd name="textAreaLeft" fmla="*/ 360 w 1019520"/>
              <a:gd name="textAreaRight" fmla="*/ 1020240 w 1019520"/>
              <a:gd name="textAreaTop" fmla="*/ 0 h 677520"/>
              <a:gd name="textAreaBottom" fmla="*/ 677880 h 677520"/>
            </a:gdLst>
            <a:ahLst/>
            <a:cxnLst/>
            <a:rect l="textAreaLeft" t="textAreaTop" r="textAreaRight" b="textAreaBottom"/>
            <a:pathLst>
              <a:path w="11185" h="7439">
                <a:moveTo>
                  <a:pt x="2730" y="277"/>
                </a:moveTo>
                <a:cubicBezTo>
                  <a:pt x="2730" y="277"/>
                  <a:pt x="2731" y="278"/>
                  <a:pt x="2734" y="278"/>
                </a:cubicBezTo>
                <a:cubicBezTo>
                  <a:pt x="2734" y="278"/>
                  <a:pt x="2735" y="278"/>
                  <a:pt x="2735" y="278"/>
                </a:cubicBezTo>
                <a:lnTo>
                  <a:pt x="2735" y="278"/>
                </a:lnTo>
                <a:cubicBezTo>
                  <a:pt x="2732" y="278"/>
                  <a:pt x="2730" y="277"/>
                  <a:pt x="2730" y="277"/>
                </a:cubicBezTo>
                <a:close/>
                <a:moveTo>
                  <a:pt x="1545" y="435"/>
                </a:moveTo>
                <a:lnTo>
                  <a:pt x="1545" y="435"/>
                </a:lnTo>
                <a:cubicBezTo>
                  <a:pt x="1542" y="436"/>
                  <a:pt x="1540" y="438"/>
                  <a:pt x="1540" y="438"/>
                </a:cubicBezTo>
                <a:cubicBezTo>
                  <a:pt x="1542" y="437"/>
                  <a:pt x="1543" y="436"/>
                  <a:pt x="1545" y="435"/>
                </a:cubicBezTo>
                <a:close/>
                <a:moveTo>
                  <a:pt x="479" y="1499"/>
                </a:moveTo>
                <a:cubicBezTo>
                  <a:pt x="477" y="1502"/>
                  <a:pt x="476" y="1506"/>
                  <a:pt x="476" y="1506"/>
                </a:cubicBezTo>
                <a:cubicBezTo>
                  <a:pt x="476" y="1506"/>
                  <a:pt x="476" y="1504"/>
                  <a:pt x="478" y="1501"/>
                </a:cubicBezTo>
                <a:cubicBezTo>
                  <a:pt x="478" y="1500"/>
                  <a:pt x="478" y="1500"/>
                  <a:pt x="479" y="1499"/>
                </a:cubicBezTo>
                <a:close/>
                <a:moveTo>
                  <a:pt x="4899" y="4219"/>
                </a:moveTo>
                <a:cubicBezTo>
                  <a:pt x="4875" y="4373"/>
                  <a:pt x="4844" y="4526"/>
                  <a:pt x="4806" y="4676"/>
                </a:cubicBezTo>
                <a:cubicBezTo>
                  <a:pt x="4726" y="4999"/>
                  <a:pt x="4618" y="5317"/>
                  <a:pt x="4480" y="5622"/>
                </a:cubicBezTo>
                <a:cubicBezTo>
                  <a:pt x="4411" y="5775"/>
                  <a:pt x="4334" y="5925"/>
                  <a:pt x="4251" y="6070"/>
                </a:cubicBezTo>
                <a:cubicBezTo>
                  <a:pt x="4211" y="6140"/>
                  <a:pt x="4167" y="6211"/>
                  <a:pt x="4123" y="6280"/>
                </a:cubicBezTo>
                <a:cubicBezTo>
                  <a:pt x="4087" y="6336"/>
                  <a:pt x="4039" y="6408"/>
                  <a:pt x="4006" y="6448"/>
                </a:cubicBezTo>
                <a:cubicBezTo>
                  <a:pt x="3828" y="6670"/>
                  <a:pt x="3602" y="6838"/>
                  <a:pt x="3347" y="6961"/>
                </a:cubicBezTo>
                <a:cubicBezTo>
                  <a:pt x="3229" y="7018"/>
                  <a:pt x="3100" y="7063"/>
                  <a:pt x="2964" y="7089"/>
                </a:cubicBezTo>
                <a:cubicBezTo>
                  <a:pt x="2903" y="7102"/>
                  <a:pt x="2861" y="7106"/>
                  <a:pt x="2789" y="7107"/>
                </a:cubicBezTo>
                <a:cubicBezTo>
                  <a:pt x="2760" y="7107"/>
                  <a:pt x="2731" y="7107"/>
                  <a:pt x="2701" y="7105"/>
                </a:cubicBezTo>
                <a:cubicBezTo>
                  <a:pt x="2695" y="7105"/>
                  <a:pt x="2659" y="7102"/>
                  <a:pt x="2667" y="7102"/>
                </a:cubicBezTo>
                <a:cubicBezTo>
                  <a:pt x="2669" y="7102"/>
                  <a:pt x="2670" y="7102"/>
                  <a:pt x="2671" y="7102"/>
                </a:cubicBezTo>
                <a:cubicBezTo>
                  <a:pt x="2672" y="7102"/>
                  <a:pt x="2658" y="7100"/>
                  <a:pt x="2658" y="7100"/>
                </a:cubicBezTo>
                <a:cubicBezTo>
                  <a:pt x="2648" y="7099"/>
                  <a:pt x="2636" y="7096"/>
                  <a:pt x="2626" y="7095"/>
                </a:cubicBezTo>
                <a:cubicBezTo>
                  <a:pt x="2600" y="7089"/>
                  <a:pt x="2573" y="7082"/>
                  <a:pt x="2547" y="7074"/>
                </a:cubicBezTo>
                <a:cubicBezTo>
                  <a:pt x="2534" y="7070"/>
                  <a:pt x="2521" y="7064"/>
                  <a:pt x="2508" y="7060"/>
                </a:cubicBezTo>
                <a:cubicBezTo>
                  <a:pt x="2505" y="7059"/>
                  <a:pt x="2502" y="7058"/>
                  <a:pt x="2499" y="7057"/>
                </a:cubicBezTo>
                <a:lnTo>
                  <a:pt x="2499" y="7057"/>
                </a:lnTo>
                <a:cubicBezTo>
                  <a:pt x="2496" y="7056"/>
                  <a:pt x="2488" y="7052"/>
                  <a:pt x="2485" y="7051"/>
                </a:cubicBezTo>
                <a:cubicBezTo>
                  <a:pt x="2465" y="7040"/>
                  <a:pt x="2443" y="7030"/>
                  <a:pt x="2423" y="7017"/>
                </a:cubicBezTo>
                <a:cubicBezTo>
                  <a:pt x="2413" y="7010"/>
                  <a:pt x="2403" y="7002"/>
                  <a:pt x="2393" y="6997"/>
                </a:cubicBezTo>
                <a:cubicBezTo>
                  <a:pt x="2393" y="6996"/>
                  <a:pt x="2393" y="6996"/>
                  <a:pt x="2392" y="6996"/>
                </a:cubicBezTo>
                <a:lnTo>
                  <a:pt x="2392" y="6996"/>
                </a:lnTo>
                <a:cubicBezTo>
                  <a:pt x="2388" y="6992"/>
                  <a:pt x="2383" y="6988"/>
                  <a:pt x="2379" y="6984"/>
                </a:cubicBezTo>
                <a:cubicBezTo>
                  <a:pt x="2361" y="6969"/>
                  <a:pt x="2346" y="6955"/>
                  <a:pt x="2331" y="6938"/>
                </a:cubicBezTo>
                <a:cubicBezTo>
                  <a:pt x="2328" y="6935"/>
                  <a:pt x="2319" y="6924"/>
                  <a:pt x="2315" y="6919"/>
                </a:cubicBezTo>
                <a:lnTo>
                  <a:pt x="2315" y="6919"/>
                </a:lnTo>
                <a:cubicBezTo>
                  <a:pt x="2310" y="6912"/>
                  <a:pt x="2301" y="6900"/>
                  <a:pt x="2300" y="6897"/>
                </a:cubicBezTo>
                <a:cubicBezTo>
                  <a:pt x="2288" y="6880"/>
                  <a:pt x="2278" y="6861"/>
                  <a:pt x="2268" y="6841"/>
                </a:cubicBezTo>
                <a:cubicBezTo>
                  <a:pt x="2266" y="6838"/>
                  <a:pt x="2261" y="6827"/>
                  <a:pt x="2258" y="6821"/>
                </a:cubicBezTo>
                <a:lnTo>
                  <a:pt x="2258" y="6821"/>
                </a:lnTo>
                <a:cubicBezTo>
                  <a:pt x="2255" y="6814"/>
                  <a:pt x="2249" y="6798"/>
                  <a:pt x="2248" y="6794"/>
                </a:cubicBezTo>
                <a:cubicBezTo>
                  <a:pt x="2241" y="6774"/>
                  <a:pt x="2235" y="6752"/>
                  <a:pt x="2229" y="6730"/>
                </a:cubicBezTo>
                <a:cubicBezTo>
                  <a:pt x="2226" y="6719"/>
                  <a:pt x="2223" y="6707"/>
                  <a:pt x="2220" y="6694"/>
                </a:cubicBezTo>
                <a:cubicBezTo>
                  <a:pt x="2220" y="6691"/>
                  <a:pt x="2218" y="6679"/>
                  <a:pt x="2216" y="6670"/>
                </a:cubicBezTo>
                <a:lnTo>
                  <a:pt x="2216" y="6670"/>
                </a:lnTo>
                <a:cubicBezTo>
                  <a:pt x="2216" y="6670"/>
                  <a:pt x="2216" y="6670"/>
                  <a:pt x="2216" y="6670"/>
                </a:cubicBezTo>
                <a:cubicBezTo>
                  <a:pt x="2216" y="6670"/>
                  <a:pt x="2216" y="6669"/>
                  <a:pt x="2216" y="6666"/>
                </a:cubicBezTo>
                <a:cubicBezTo>
                  <a:pt x="2216" y="6663"/>
                  <a:pt x="2215" y="6662"/>
                  <a:pt x="2215" y="6662"/>
                </a:cubicBezTo>
                <a:lnTo>
                  <a:pt x="2215" y="6662"/>
                </a:lnTo>
                <a:cubicBezTo>
                  <a:pt x="2215" y="6662"/>
                  <a:pt x="2216" y="6666"/>
                  <a:pt x="2216" y="6670"/>
                </a:cubicBezTo>
                <a:lnTo>
                  <a:pt x="2216" y="6670"/>
                </a:lnTo>
                <a:cubicBezTo>
                  <a:pt x="2216" y="6668"/>
                  <a:pt x="2213" y="6650"/>
                  <a:pt x="2213" y="6646"/>
                </a:cubicBezTo>
                <a:cubicBezTo>
                  <a:pt x="2212" y="6633"/>
                  <a:pt x="2212" y="6621"/>
                  <a:pt x="2210" y="6608"/>
                </a:cubicBezTo>
                <a:cubicBezTo>
                  <a:pt x="2209" y="6582"/>
                  <a:pt x="2209" y="6556"/>
                  <a:pt x="2209" y="6530"/>
                </a:cubicBezTo>
                <a:cubicBezTo>
                  <a:pt x="2209" y="6505"/>
                  <a:pt x="2210" y="6477"/>
                  <a:pt x="2213" y="6451"/>
                </a:cubicBezTo>
                <a:cubicBezTo>
                  <a:pt x="2215" y="6438"/>
                  <a:pt x="2216" y="6425"/>
                  <a:pt x="2218" y="6411"/>
                </a:cubicBezTo>
                <a:cubicBezTo>
                  <a:pt x="2218" y="6408"/>
                  <a:pt x="2218" y="6405"/>
                  <a:pt x="2218" y="6402"/>
                </a:cubicBezTo>
                <a:lnTo>
                  <a:pt x="2218" y="6402"/>
                </a:lnTo>
                <a:cubicBezTo>
                  <a:pt x="2219" y="6401"/>
                  <a:pt x="2219" y="6398"/>
                  <a:pt x="2220" y="6394"/>
                </a:cubicBezTo>
                <a:cubicBezTo>
                  <a:pt x="2229" y="6339"/>
                  <a:pt x="2241" y="6284"/>
                  <a:pt x="2255" y="6230"/>
                </a:cubicBezTo>
                <a:cubicBezTo>
                  <a:pt x="2269" y="6176"/>
                  <a:pt x="2287" y="6120"/>
                  <a:pt x="2307" y="6067"/>
                </a:cubicBezTo>
                <a:cubicBezTo>
                  <a:pt x="2313" y="6053"/>
                  <a:pt x="2318" y="6040"/>
                  <a:pt x="2323" y="6027"/>
                </a:cubicBezTo>
                <a:lnTo>
                  <a:pt x="2329" y="6012"/>
                </a:lnTo>
                <a:lnTo>
                  <a:pt x="2329" y="6012"/>
                </a:lnTo>
                <a:cubicBezTo>
                  <a:pt x="2328" y="6015"/>
                  <a:pt x="2327" y="6018"/>
                  <a:pt x="2327" y="6018"/>
                </a:cubicBezTo>
                <a:cubicBezTo>
                  <a:pt x="2327" y="6018"/>
                  <a:pt x="2327" y="6016"/>
                  <a:pt x="2330" y="6009"/>
                </a:cubicBezTo>
                <a:lnTo>
                  <a:pt x="2330" y="6009"/>
                </a:lnTo>
                <a:lnTo>
                  <a:pt x="2329" y="6012"/>
                </a:lnTo>
                <a:lnTo>
                  <a:pt x="2329" y="6012"/>
                </a:lnTo>
                <a:cubicBezTo>
                  <a:pt x="2330" y="6009"/>
                  <a:pt x="2331" y="6007"/>
                  <a:pt x="2331" y="6005"/>
                </a:cubicBezTo>
                <a:cubicBezTo>
                  <a:pt x="2343" y="5979"/>
                  <a:pt x="2356" y="5953"/>
                  <a:pt x="2369" y="5926"/>
                </a:cubicBezTo>
                <a:cubicBezTo>
                  <a:pt x="2418" y="5824"/>
                  <a:pt x="2477" y="5726"/>
                  <a:pt x="2546" y="5634"/>
                </a:cubicBezTo>
                <a:cubicBezTo>
                  <a:pt x="2549" y="5630"/>
                  <a:pt x="2552" y="5625"/>
                  <a:pt x="2555" y="5621"/>
                </a:cubicBezTo>
                <a:lnTo>
                  <a:pt x="2555" y="5621"/>
                </a:lnTo>
                <a:cubicBezTo>
                  <a:pt x="2554" y="5622"/>
                  <a:pt x="2554" y="5623"/>
                  <a:pt x="2554" y="5623"/>
                </a:cubicBezTo>
                <a:cubicBezTo>
                  <a:pt x="2554" y="5623"/>
                  <a:pt x="2559" y="5616"/>
                  <a:pt x="2560" y="5615"/>
                </a:cubicBezTo>
                <a:lnTo>
                  <a:pt x="2560" y="5615"/>
                </a:lnTo>
                <a:cubicBezTo>
                  <a:pt x="2558" y="5617"/>
                  <a:pt x="2557" y="5619"/>
                  <a:pt x="2555" y="5621"/>
                </a:cubicBezTo>
                <a:lnTo>
                  <a:pt x="2555" y="5621"/>
                </a:lnTo>
                <a:cubicBezTo>
                  <a:pt x="2556" y="5620"/>
                  <a:pt x="2556" y="5619"/>
                  <a:pt x="2557" y="5618"/>
                </a:cubicBezTo>
                <a:cubicBezTo>
                  <a:pt x="2566" y="5608"/>
                  <a:pt x="2574" y="5596"/>
                  <a:pt x="2583" y="5586"/>
                </a:cubicBezTo>
                <a:cubicBezTo>
                  <a:pt x="2605" y="5562"/>
                  <a:pt x="2626" y="5537"/>
                  <a:pt x="2648" y="5513"/>
                </a:cubicBezTo>
                <a:cubicBezTo>
                  <a:pt x="2698" y="5457"/>
                  <a:pt x="2750" y="5404"/>
                  <a:pt x="2803" y="5352"/>
                </a:cubicBezTo>
                <a:cubicBezTo>
                  <a:pt x="2911" y="5245"/>
                  <a:pt x="3026" y="5146"/>
                  <a:pt x="3146" y="5054"/>
                </a:cubicBezTo>
                <a:cubicBezTo>
                  <a:pt x="3615" y="4688"/>
                  <a:pt x="4163" y="4418"/>
                  <a:pt x="4736" y="4261"/>
                </a:cubicBezTo>
                <a:cubicBezTo>
                  <a:pt x="4791" y="4246"/>
                  <a:pt x="4845" y="4232"/>
                  <a:pt x="4899" y="4219"/>
                </a:cubicBezTo>
                <a:close/>
                <a:moveTo>
                  <a:pt x="7193" y="5609"/>
                </a:moveTo>
                <a:cubicBezTo>
                  <a:pt x="7195" y="5632"/>
                  <a:pt x="7197" y="5656"/>
                  <a:pt x="7198" y="5680"/>
                </a:cubicBezTo>
                <a:cubicBezTo>
                  <a:pt x="7201" y="5748"/>
                  <a:pt x="7201" y="5815"/>
                  <a:pt x="7198" y="5883"/>
                </a:cubicBezTo>
                <a:cubicBezTo>
                  <a:pt x="7195" y="5950"/>
                  <a:pt x="7188" y="6020"/>
                  <a:pt x="7179" y="6070"/>
                </a:cubicBezTo>
                <a:cubicBezTo>
                  <a:pt x="7135" y="6358"/>
                  <a:pt x="7034" y="6661"/>
                  <a:pt x="6851" y="6893"/>
                </a:cubicBezTo>
                <a:cubicBezTo>
                  <a:pt x="6807" y="6951"/>
                  <a:pt x="6755" y="7005"/>
                  <a:pt x="6697" y="7050"/>
                </a:cubicBezTo>
                <a:cubicBezTo>
                  <a:pt x="6653" y="7086"/>
                  <a:pt x="6578" y="7129"/>
                  <a:pt x="6539" y="7146"/>
                </a:cubicBezTo>
                <a:cubicBezTo>
                  <a:pt x="6512" y="7156"/>
                  <a:pt x="6484" y="7165"/>
                  <a:pt x="6457" y="7172"/>
                </a:cubicBezTo>
                <a:cubicBezTo>
                  <a:pt x="6443" y="7177"/>
                  <a:pt x="6428" y="7179"/>
                  <a:pt x="6414" y="7181"/>
                </a:cubicBezTo>
                <a:cubicBezTo>
                  <a:pt x="6422" y="7180"/>
                  <a:pt x="6423" y="7180"/>
                  <a:pt x="6421" y="7180"/>
                </a:cubicBezTo>
                <a:cubicBezTo>
                  <a:pt x="6415" y="7180"/>
                  <a:pt x="6394" y="7181"/>
                  <a:pt x="6389" y="7181"/>
                </a:cubicBezTo>
                <a:cubicBezTo>
                  <a:pt x="6385" y="7181"/>
                  <a:pt x="6382" y="7181"/>
                  <a:pt x="6378" y="7181"/>
                </a:cubicBezTo>
                <a:cubicBezTo>
                  <a:pt x="6371" y="7181"/>
                  <a:pt x="6364" y="7181"/>
                  <a:pt x="6356" y="7181"/>
                </a:cubicBezTo>
                <a:cubicBezTo>
                  <a:pt x="6353" y="7181"/>
                  <a:pt x="6349" y="7180"/>
                  <a:pt x="6345" y="7180"/>
                </a:cubicBezTo>
                <a:lnTo>
                  <a:pt x="6345" y="7180"/>
                </a:lnTo>
                <a:cubicBezTo>
                  <a:pt x="6344" y="7180"/>
                  <a:pt x="6343" y="7180"/>
                  <a:pt x="6342" y="7179"/>
                </a:cubicBezTo>
                <a:cubicBezTo>
                  <a:pt x="6330" y="7177"/>
                  <a:pt x="6319" y="7174"/>
                  <a:pt x="6306" y="7171"/>
                </a:cubicBezTo>
                <a:cubicBezTo>
                  <a:pt x="6301" y="7169"/>
                  <a:pt x="6281" y="7160"/>
                  <a:pt x="6279" y="7160"/>
                </a:cubicBezTo>
                <a:lnTo>
                  <a:pt x="6279" y="7160"/>
                </a:lnTo>
                <a:cubicBezTo>
                  <a:pt x="6279" y="7160"/>
                  <a:pt x="6281" y="7161"/>
                  <a:pt x="6289" y="7165"/>
                </a:cubicBezTo>
                <a:cubicBezTo>
                  <a:pt x="6269" y="7156"/>
                  <a:pt x="6251" y="7145"/>
                  <a:pt x="6233" y="7134"/>
                </a:cubicBezTo>
                <a:lnTo>
                  <a:pt x="6233" y="7134"/>
                </a:lnTo>
                <a:cubicBezTo>
                  <a:pt x="6229" y="7131"/>
                  <a:pt x="6225" y="7128"/>
                  <a:pt x="6222" y="7125"/>
                </a:cubicBezTo>
                <a:cubicBezTo>
                  <a:pt x="6212" y="7116"/>
                  <a:pt x="6202" y="7106"/>
                  <a:pt x="6194" y="7096"/>
                </a:cubicBezTo>
                <a:cubicBezTo>
                  <a:pt x="6189" y="7091"/>
                  <a:pt x="6181" y="7082"/>
                  <a:pt x="6181" y="7082"/>
                </a:cubicBezTo>
                <a:lnTo>
                  <a:pt x="6181" y="7082"/>
                </a:lnTo>
                <a:cubicBezTo>
                  <a:pt x="6181" y="7082"/>
                  <a:pt x="6183" y="7084"/>
                  <a:pt x="6188" y="7090"/>
                </a:cubicBezTo>
                <a:cubicBezTo>
                  <a:pt x="6179" y="7080"/>
                  <a:pt x="6173" y="7070"/>
                  <a:pt x="6166" y="7060"/>
                </a:cubicBezTo>
                <a:cubicBezTo>
                  <a:pt x="6161" y="7048"/>
                  <a:pt x="6153" y="7038"/>
                  <a:pt x="6148" y="7027"/>
                </a:cubicBezTo>
                <a:cubicBezTo>
                  <a:pt x="6145" y="7023"/>
                  <a:pt x="6138" y="7005"/>
                  <a:pt x="6136" y="7001"/>
                </a:cubicBezTo>
                <a:lnTo>
                  <a:pt x="6136" y="7001"/>
                </a:lnTo>
                <a:cubicBezTo>
                  <a:pt x="6133" y="6994"/>
                  <a:pt x="6128" y="6979"/>
                  <a:pt x="6127" y="6975"/>
                </a:cubicBezTo>
                <a:cubicBezTo>
                  <a:pt x="6123" y="6962"/>
                  <a:pt x="6119" y="6949"/>
                  <a:pt x="6116" y="6936"/>
                </a:cubicBezTo>
                <a:cubicBezTo>
                  <a:pt x="6113" y="6923"/>
                  <a:pt x="6110" y="6910"/>
                  <a:pt x="6107" y="6897"/>
                </a:cubicBezTo>
                <a:cubicBezTo>
                  <a:pt x="6107" y="6897"/>
                  <a:pt x="6107" y="6896"/>
                  <a:pt x="6107" y="6895"/>
                </a:cubicBezTo>
                <a:lnTo>
                  <a:pt x="6107" y="6895"/>
                </a:lnTo>
                <a:cubicBezTo>
                  <a:pt x="6107" y="6894"/>
                  <a:pt x="6106" y="6879"/>
                  <a:pt x="6106" y="6877"/>
                </a:cubicBezTo>
                <a:cubicBezTo>
                  <a:pt x="6103" y="6848"/>
                  <a:pt x="6102" y="6820"/>
                  <a:pt x="6103" y="6791"/>
                </a:cubicBezTo>
                <a:cubicBezTo>
                  <a:pt x="6103" y="6775"/>
                  <a:pt x="6104" y="6761"/>
                  <a:pt x="6106" y="6745"/>
                </a:cubicBezTo>
                <a:cubicBezTo>
                  <a:pt x="6106" y="6745"/>
                  <a:pt x="6108" y="6732"/>
                  <a:pt x="6107" y="6732"/>
                </a:cubicBezTo>
                <a:lnTo>
                  <a:pt x="6107" y="6732"/>
                </a:lnTo>
                <a:cubicBezTo>
                  <a:pt x="6108" y="6727"/>
                  <a:pt x="6109" y="6722"/>
                  <a:pt x="6109" y="6720"/>
                </a:cubicBezTo>
                <a:cubicBezTo>
                  <a:pt x="6161" y="6435"/>
                  <a:pt x="6379" y="6207"/>
                  <a:pt x="6601" y="6018"/>
                </a:cubicBezTo>
                <a:cubicBezTo>
                  <a:pt x="6788" y="5860"/>
                  <a:pt x="6987" y="5728"/>
                  <a:pt x="7193" y="5609"/>
                </a:cubicBezTo>
                <a:close/>
                <a:moveTo>
                  <a:pt x="2427" y="1"/>
                </a:moveTo>
                <a:cubicBezTo>
                  <a:pt x="2230" y="1"/>
                  <a:pt x="2033" y="23"/>
                  <a:pt x="1841" y="68"/>
                </a:cubicBezTo>
                <a:cubicBezTo>
                  <a:pt x="1481" y="153"/>
                  <a:pt x="1135" y="322"/>
                  <a:pt x="850" y="563"/>
                </a:cubicBezTo>
                <a:cubicBezTo>
                  <a:pt x="544" y="820"/>
                  <a:pt x="319" y="1164"/>
                  <a:pt x="186" y="1541"/>
                </a:cubicBezTo>
                <a:cubicBezTo>
                  <a:pt x="23" y="1999"/>
                  <a:pt x="0" y="2501"/>
                  <a:pt x="60" y="2982"/>
                </a:cubicBezTo>
                <a:cubicBezTo>
                  <a:pt x="98" y="3284"/>
                  <a:pt x="164" y="3580"/>
                  <a:pt x="253" y="3873"/>
                </a:cubicBezTo>
                <a:cubicBezTo>
                  <a:pt x="272" y="3935"/>
                  <a:pt x="323" y="3963"/>
                  <a:pt x="374" y="3963"/>
                </a:cubicBezTo>
                <a:cubicBezTo>
                  <a:pt x="452" y="3963"/>
                  <a:pt x="532" y="3900"/>
                  <a:pt x="502" y="3803"/>
                </a:cubicBezTo>
                <a:lnTo>
                  <a:pt x="502" y="3803"/>
                </a:lnTo>
                <a:lnTo>
                  <a:pt x="502" y="3805"/>
                </a:lnTo>
                <a:cubicBezTo>
                  <a:pt x="344" y="3287"/>
                  <a:pt x="253" y="2773"/>
                  <a:pt x="301" y="2231"/>
                </a:cubicBezTo>
                <a:cubicBezTo>
                  <a:pt x="304" y="2205"/>
                  <a:pt x="307" y="2179"/>
                  <a:pt x="309" y="2153"/>
                </a:cubicBezTo>
                <a:cubicBezTo>
                  <a:pt x="311" y="2139"/>
                  <a:pt x="312" y="2124"/>
                  <a:pt x="314" y="2111"/>
                </a:cubicBezTo>
                <a:lnTo>
                  <a:pt x="314" y="2111"/>
                </a:lnTo>
                <a:cubicBezTo>
                  <a:pt x="313" y="2117"/>
                  <a:pt x="313" y="2119"/>
                  <a:pt x="313" y="2119"/>
                </a:cubicBezTo>
                <a:cubicBezTo>
                  <a:pt x="313" y="2119"/>
                  <a:pt x="317" y="2092"/>
                  <a:pt x="318" y="2087"/>
                </a:cubicBezTo>
                <a:cubicBezTo>
                  <a:pt x="325" y="2033"/>
                  <a:pt x="335" y="1980"/>
                  <a:pt x="347" y="1928"/>
                </a:cubicBezTo>
                <a:cubicBezTo>
                  <a:pt x="367" y="1829"/>
                  <a:pt x="394" y="1731"/>
                  <a:pt x="427" y="1636"/>
                </a:cubicBezTo>
                <a:cubicBezTo>
                  <a:pt x="443" y="1590"/>
                  <a:pt x="461" y="1544"/>
                  <a:pt x="479" y="1498"/>
                </a:cubicBezTo>
                <a:cubicBezTo>
                  <a:pt x="481" y="1495"/>
                  <a:pt x="481" y="1493"/>
                  <a:pt x="481" y="1493"/>
                </a:cubicBezTo>
                <a:lnTo>
                  <a:pt x="481" y="1493"/>
                </a:lnTo>
                <a:cubicBezTo>
                  <a:pt x="481" y="1493"/>
                  <a:pt x="481" y="1494"/>
                  <a:pt x="481" y="1494"/>
                </a:cubicBezTo>
                <a:lnTo>
                  <a:pt x="481" y="1494"/>
                </a:lnTo>
                <a:cubicBezTo>
                  <a:pt x="482" y="1491"/>
                  <a:pt x="483" y="1489"/>
                  <a:pt x="484" y="1487"/>
                </a:cubicBezTo>
                <a:cubicBezTo>
                  <a:pt x="489" y="1475"/>
                  <a:pt x="494" y="1464"/>
                  <a:pt x="499" y="1454"/>
                </a:cubicBezTo>
                <a:cubicBezTo>
                  <a:pt x="509" y="1432"/>
                  <a:pt x="520" y="1410"/>
                  <a:pt x="530" y="1389"/>
                </a:cubicBezTo>
                <a:cubicBezTo>
                  <a:pt x="571" y="1305"/>
                  <a:pt x="617" y="1226"/>
                  <a:pt x="669" y="1148"/>
                </a:cubicBezTo>
                <a:cubicBezTo>
                  <a:pt x="681" y="1131"/>
                  <a:pt x="694" y="1114"/>
                  <a:pt x="705" y="1097"/>
                </a:cubicBezTo>
                <a:cubicBezTo>
                  <a:pt x="712" y="1088"/>
                  <a:pt x="718" y="1079"/>
                  <a:pt x="725" y="1069"/>
                </a:cubicBezTo>
                <a:cubicBezTo>
                  <a:pt x="728" y="1065"/>
                  <a:pt x="740" y="1051"/>
                  <a:pt x="743" y="1046"/>
                </a:cubicBezTo>
                <a:lnTo>
                  <a:pt x="743" y="1046"/>
                </a:lnTo>
                <a:cubicBezTo>
                  <a:pt x="747" y="1041"/>
                  <a:pt x="753" y="1034"/>
                  <a:pt x="756" y="1032"/>
                </a:cubicBezTo>
                <a:cubicBezTo>
                  <a:pt x="761" y="1023"/>
                  <a:pt x="767" y="1016"/>
                  <a:pt x="773" y="1009"/>
                </a:cubicBezTo>
                <a:cubicBezTo>
                  <a:pt x="789" y="990"/>
                  <a:pt x="804" y="973"/>
                  <a:pt x="820" y="956"/>
                </a:cubicBezTo>
                <a:cubicBezTo>
                  <a:pt x="878" y="889"/>
                  <a:pt x="940" y="828"/>
                  <a:pt x="1006" y="771"/>
                </a:cubicBezTo>
                <a:cubicBezTo>
                  <a:pt x="1020" y="757"/>
                  <a:pt x="1036" y="744"/>
                  <a:pt x="1052" y="733"/>
                </a:cubicBezTo>
                <a:cubicBezTo>
                  <a:pt x="1059" y="725"/>
                  <a:pt x="1068" y="718"/>
                  <a:pt x="1076" y="711"/>
                </a:cubicBezTo>
                <a:lnTo>
                  <a:pt x="1084" y="706"/>
                </a:lnTo>
                <a:lnTo>
                  <a:pt x="1084" y="706"/>
                </a:lnTo>
                <a:cubicBezTo>
                  <a:pt x="1084" y="706"/>
                  <a:pt x="1085" y="705"/>
                  <a:pt x="1086" y="704"/>
                </a:cubicBezTo>
                <a:cubicBezTo>
                  <a:pt x="1121" y="678"/>
                  <a:pt x="1156" y="652"/>
                  <a:pt x="1192" y="629"/>
                </a:cubicBezTo>
                <a:cubicBezTo>
                  <a:pt x="1262" y="581"/>
                  <a:pt x="1335" y="538"/>
                  <a:pt x="1410" y="499"/>
                </a:cubicBezTo>
                <a:cubicBezTo>
                  <a:pt x="1446" y="481"/>
                  <a:pt x="1484" y="463"/>
                  <a:pt x="1521" y="446"/>
                </a:cubicBezTo>
                <a:cubicBezTo>
                  <a:pt x="1530" y="442"/>
                  <a:pt x="1538" y="438"/>
                  <a:pt x="1547" y="435"/>
                </a:cubicBezTo>
                <a:lnTo>
                  <a:pt x="1547" y="435"/>
                </a:lnTo>
                <a:cubicBezTo>
                  <a:pt x="1550" y="433"/>
                  <a:pt x="1554" y="432"/>
                  <a:pt x="1557" y="430"/>
                </a:cubicBezTo>
                <a:cubicBezTo>
                  <a:pt x="1576" y="423"/>
                  <a:pt x="1596" y="415"/>
                  <a:pt x="1616" y="407"/>
                </a:cubicBezTo>
                <a:cubicBezTo>
                  <a:pt x="1694" y="379"/>
                  <a:pt x="1774" y="353"/>
                  <a:pt x="1856" y="331"/>
                </a:cubicBezTo>
                <a:cubicBezTo>
                  <a:pt x="1938" y="311"/>
                  <a:pt x="2020" y="294"/>
                  <a:pt x="2104" y="282"/>
                </a:cubicBezTo>
                <a:cubicBezTo>
                  <a:pt x="2106" y="282"/>
                  <a:pt x="2111" y="281"/>
                  <a:pt x="2116" y="280"/>
                </a:cubicBezTo>
                <a:lnTo>
                  <a:pt x="2116" y="280"/>
                </a:lnTo>
                <a:cubicBezTo>
                  <a:pt x="2116" y="280"/>
                  <a:pt x="2116" y="280"/>
                  <a:pt x="2116" y="280"/>
                </a:cubicBezTo>
                <a:cubicBezTo>
                  <a:pt x="2116" y="280"/>
                  <a:pt x="2118" y="280"/>
                  <a:pt x="2123" y="279"/>
                </a:cubicBezTo>
                <a:cubicBezTo>
                  <a:pt x="2127" y="279"/>
                  <a:pt x="2129" y="278"/>
                  <a:pt x="2128" y="278"/>
                </a:cubicBezTo>
                <a:lnTo>
                  <a:pt x="2128" y="278"/>
                </a:lnTo>
                <a:cubicBezTo>
                  <a:pt x="2128" y="278"/>
                  <a:pt x="2122" y="279"/>
                  <a:pt x="2116" y="280"/>
                </a:cubicBezTo>
                <a:lnTo>
                  <a:pt x="2116" y="280"/>
                </a:lnTo>
                <a:cubicBezTo>
                  <a:pt x="2115" y="280"/>
                  <a:pt x="2138" y="276"/>
                  <a:pt x="2140" y="276"/>
                </a:cubicBezTo>
                <a:cubicBezTo>
                  <a:pt x="2161" y="274"/>
                  <a:pt x="2182" y="272"/>
                  <a:pt x="2203" y="271"/>
                </a:cubicBezTo>
                <a:cubicBezTo>
                  <a:pt x="2245" y="266"/>
                  <a:pt x="2287" y="263"/>
                  <a:pt x="2328" y="262"/>
                </a:cubicBezTo>
                <a:cubicBezTo>
                  <a:pt x="2363" y="260"/>
                  <a:pt x="2398" y="259"/>
                  <a:pt x="2433" y="259"/>
                </a:cubicBezTo>
                <a:cubicBezTo>
                  <a:pt x="2482" y="259"/>
                  <a:pt x="2530" y="261"/>
                  <a:pt x="2579" y="263"/>
                </a:cubicBezTo>
                <a:cubicBezTo>
                  <a:pt x="2620" y="266"/>
                  <a:pt x="2661" y="271"/>
                  <a:pt x="2703" y="275"/>
                </a:cubicBezTo>
                <a:cubicBezTo>
                  <a:pt x="2711" y="275"/>
                  <a:pt x="2720" y="276"/>
                  <a:pt x="2730" y="278"/>
                </a:cubicBezTo>
                <a:cubicBezTo>
                  <a:pt x="2732" y="278"/>
                  <a:pt x="2734" y="278"/>
                  <a:pt x="2737" y="278"/>
                </a:cubicBezTo>
                <a:lnTo>
                  <a:pt x="2737" y="278"/>
                </a:lnTo>
                <a:cubicBezTo>
                  <a:pt x="2758" y="282"/>
                  <a:pt x="2780" y="285"/>
                  <a:pt x="2800" y="288"/>
                </a:cubicBezTo>
                <a:cubicBezTo>
                  <a:pt x="2962" y="315"/>
                  <a:pt x="3121" y="360"/>
                  <a:pt x="3274" y="420"/>
                </a:cubicBezTo>
                <a:cubicBezTo>
                  <a:pt x="3282" y="423"/>
                  <a:pt x="3290" y="428"/>
                  <a:pt x="3298" y="430"/>
                </a:cubicBezTo>
                <a:cubicBezTo>
                  <a:pt x="3303" y="432"/>
                  <a:pt x="3304" y="433"/>
                  <a:pt x="3305" y="433"/>
                </a:cubicBezTo>
                <a:cubicBezTo>
                  <a:pt x="3305" y="433"/>
                  <a:pt x="3294" y="428"/>
                  <a:pt x="3295" y="428"/>
                </a:cubicBezTo>
                <a:lnTo>
                  <a:pt x="3295" y="428"/>
                </a:lnTo>
                <a:cubicBezTo>
                  <a:pt x="3295" y="428"/>
                  <a:pt x="3297" y="429"/>
                  <a:pt x="3304" y="432"/>
                </a:cubicBezTo>
                <a:cubicBezTo>
                  <a:pt x="3323" y="442"/>
                  <a:pt x="3343" y="451"/>
                  <a:pt x="3363" y="459"/>
                </a:cubicBezTo>
                <a:cubicBezTo>
                  <a:pt x="3398" y="476"/>
                  <a:pt x="3434" y="494"/>
                  <a:pt x="3468" y="512"/>
                </a:cubicBezTo>
                <a:cubicBezTo>
                  <a:pt x="3575" y="570"/>
                  <a:pt x="3678" y="638"/>
                  <a:pt x="3775" y="711"/>
                </a:cubicBezTo>
                <a:cubicBezTo>
                  <a:pt x="3978" y="864"/>
                  <a:pt x="4178" y="1075"/>
                  <a:pt x="4324" y="1281"/>
                </a:cubicBezTo>
                <a:cubicBezTo>
                  <a:pt x="4654" y="1746"/>
                  <a:pt x="4839" y="2287"/>
                  <a:pt x="4920" y="2852"/>
                </a:cubicBezTo>
                <a:cubicBezTo>
                  <a:pt x="4970" y="3209"/>
                  <a:pt x="4973" y="3578"/>
                  <a:pt x="4935" y="3944"/>
                </a:cubicBezTo>
                <a:lnTo>
                  <a:pt x="4935" y="3944"/>
                </a:lnTo>
                <a:cubicBezTo>
                  <a:pt x="4590" y="4016"/>
                  <a:pt x="4254" y="4133"/>
                  <a:pt x="3937" y="4277"/>
                </a:cubicBezTo>
                <a:cubicBezTo>
                  <a:pt x="3645" y="4411"/>
                  <a:pt x="3366" y="4572"/>
                  <a:pt x="3105" y="4760"/>
                </a:cubicBezTo>
                <a:cubicBezTo>
                  <a:pt x="2846" y="4950"/>
                  <a:pt x="2603" y="5159"/>
                  <a:pt x="2400" y="5404"/>
                </a:cubicBezTo>
                <a:cubicBezTo>
                  <a:pt x="2098" y="5765"/>
                  <a:pt x="1875" y="6292"/>
                  <a:pt x="1973" y="6769"/>
                </a:cubicBezTo>
                <a:cubicBezTo>
                  <a:pt x="2018" y="6991"/>
                  <a:pt x="2161" y="7187"/>
                  <a:pt x="2370" y="7280"/>
                </a:cubicBezTo>
                <a:cubicBezTo>
                  <a:pt x="2500" y="7339"/>
                  <a:pt x="2638" y="7364"/>
                  <a:pt x="2777" y="7364"/>
                </a:cubicBezTo>
                <a:cubicBezTo>
                  <a:pt x="2921" y="7364"/>
                  <a:pt x="3066" y="7337"/>
                  <a:pt x="3203" y="7293"/>
                </a:cubicBezTo>
                <a:cubicBezTo>
                  <a:pt x="3504" y="7198"/>
                  <a:pt x="3783" y="7030"/>
                  <a:pt x="4015" y="6817"/>
                </a:cubicBezTo>
                <a:cubicBezTo>
                  <a:pt x="4245" y="6602"/>
                  <a:pt x="4426" y="6300"/>
                  <a:pt x="4576" y="6012"/>
                </a:cubicBezTo>
                <a:cubicBezTo>
                  <a:pt x="4874" y="5437"/>
                  <a:pt x="5078" y="4809"/>
                  <a:pt x="5168" y="4166"/>
                </a:cubicBezTo>
                <a:lnTo>
                  <a:pt x="5168" y="4166"/>
                </a:lnTo>
                <a:cubicBezTo>
                  <a:pt x="5295" y="4146"/>
                  <a:pt x="5423" y="4133"/>
                  <a:pt x="5556" y="4129"/>
                </a:cubicBezTo>
                <a:cubicBezTo>
                  <a:pt x="5589" y="4127"/>
                  <a:pt x="5622" y="4127"/>
                  <a:pt x="5656" y="4127"/>
                </a:cubicBezTo>
                <a:cubicBezTo>
                  <a:pt x="5689" y="4127"/>
                  <a:pt x="5722" y="4127"/>
                  <a:pt x="5756" y="4129"/>
                </a:cubicBezTo>
                <a:cubicBezTo>
                  <a:pt x="5786" y="4129"/>
                  <a:pt x="5817" y="4132"/>
                  <a:pt x="5847" y="4134"/>
                </a:cubicBezTo>
                <a:cubicBezTo>
                  <a:pt x="5887" y="4139"/>
                  <a:pt x="5884" y="4137"/>
                  <a:pt x="5927" y="4145"/>
                </a:cubicBezTo>
                <a:cubicBezTo>
                  <a:pt x="5989" y="4156"/>
                  <a:pt x="6051" y="4170"/>
                  <a:pt x="6112" y="4189"/>
                </a:cubicBezTo>
                <a:cubicBezTo>
                  <a:pt x="6139" y="4198"/>
                  <a:pt x="6166" y="4206"/>
                  <a:pt x="6192" y="4216"/>
                </a:cubicBezTo>
                <a:cubicBezTo>
                  <a:pt x="6208" y="4222"/>
                  <a:pt x="6221" y="4227"/>
                  <a:pt x="6235" y="4232"/>
                </a:cubicBezTo>
                <a:cubicBezTo>
                  <a:pt x="6260" y="4242"/>
                  <a:pt x="6243" y="4235"/>
                  <a:pt x="6266" y="4245"/>
                </a:cubicBezTo>
                <a:cubicBezTo>
                  <a:pt x="6493" y="4352"/>
                  <a:pt x="6664" y="4484"/>
                  <a:pt x="6824" y="4680"/>
                </a:cubicBezTo>
                <a:cubicBezTo>
                  <a:pt x="6828" y="4685"/>
                  <a:pt x="6843" y="4703"/>
                  <a:pt x="6843" y="4703"/>
                </a:cubicBezTo>
                <a:cubicBezTo>
                  <a:pt x="6843" y="4703"/>
                  <a:pt x="6843" y="4703"/>
                  <a:pt x="6843" y="4703"/>
                </a:cubicBezTo>
                <a:cubicBezTo>
                  <a:pt x="6841" y="4701"/>
                  <a:pt x="6840" y="4700"/>
                  <a:pt x="6840" y="4700"/>
                </a:cubicBezTo>
                <a:lnTo>
                  <a:pt x="6840" y="4700"/>
                </a:lnTo>
                <a:cubicBezTo>
                  <a:pt x="6840" y="4700"/>
                  <a:pt x="6852" y="4715"/>
                  <a:pt x="6853" y="4716"/>
                </a:cubicBezTo>
                <a:cubicBezTo>
                  <a:pt x="6856" y="4722"/>
                  <a:pt x="6860" y="4727"/>
                  <a:pt x="6864" y="4732"/>
                </a:cubicBezTo>
                <a:cubicBezTo>
                  <a:pt x="6881" y="4758"/>
                  <a:pt x="6900" y="4783"/>
                  <a:pt x="6916" y="4809"/>
                </a:cubicBezTo>
                <a:cubicBezTo>
                  <a:pt x="6951" y="4861"/>
                  <a:pt x="6982" y="4916"/>
                  <a:pt x="7010" y="4972"/>
                </a:cubicBezTo>
                <a:cubicBezTo>
                  <a:pt x="7066" y="5081"/>
                  <a:pt x="7105" y="5182"/>
                  <a:pt x="7138" y="5310"/>
                </a:cubicBezTo>
                <a:cubicBezTo>
                  <a:pt x="7140" y="5318"/>
                  <a:pt x="7142" y="5327"/>
                  <a:pt x="7144" y="5335"/>
                </a:cubicBezTo>
                <a:lnTo>
                  <a:pt x="7144" y="5335"/>
                </a:lnTo>
                <a:cubicBezTo>
                  <a:pt x="6849" y="5499"/>
                  <a:pt x="6570" y="5691"/>
                  <a:pt x="6326" y="5917"/>
                </a:cubicBezTo>
                <a:cubicBezTo>
                  <a:pt x="6086" y="6139"/>
                  <a:pt x="5878" y="6411"/>
                  <a:pt x="5847" y="6745"/>
                </a:cubicBezTo>
                <a:cubicBezTo>
                  <a:pt x="5824" y="6985"/>
                  <a:pt x="5917" y="7266"/>
                  <a:pt x="6145" y="7382"/>
                </a:cubicBezTo>
                <a:cubicBezTo>
                  <a:pt x="6221" y="7421"/>
                  <a:pt x="6300" y="7438"/>
                  <a:pt x="6380" y="7438"/>
                </a:cubicBezTo>
                <a:cubicBezTo>
                  <a:pt x="6590" y="7438"/>
                  <a:pt x="6800" y="7318"/>
                  <a:pt x="6949" y="7171"/>
                </a:cubicBezTo>
                <a:cubicBezTo>
                  <a:pt x="7185" y="6936"/>
                  <a:pt x="7326" y="6607"/>
                  <a:pt x="7401" y="6287"/>
                </a:cubicBezTo>
                <a:cubicBezTo>
                  <a:pt x="7462" y="6022"/>
                  <a:pt x="7474" y="5745"/>
                  <a:pt x="7435" y="5475"/>
                </a:cubicBezTo>
                <a:lnTo>
                  <a:pt x="7435" y="5475"/>
                </a:lnTo>
                <a:cubicBezTo>
                  <a:pt x="7870" y="5247"/>
                  <a:pt x="8329" y="5077"/>
                  <a:pt x="8818" y="4975"/>
                </a:cubicBezTo>
                <a:cubicBezTo>
                  <a:pt x="9065" y="4924"/>
                  <a:pt x="9300" y="4894"/>
                  <a:pt x="9556" y="4894"/>
                </a:cubicBezTo>
                <a:cubicBezTo>
                  <a:pt x="9574" y="4894"/>
                  <a:pt x="9591" y="4894"/>
                  <a:pt x="9608" y="4894"/>
                </a:cubicBezTo>
                <a:cubicBezTo>
                  <a:pt x="9673" y="4896"/>
                  <a:pt x="9739" y="4899"/>
                  <a:pt x="9804" y="4904"/>
                </a:cubicBezTo>
                <a:cubicBezTo>
                  <a:pt x="9834" y="4906"/>
                  <a:pt x="9865" y="4909"/>
                  <a:pt x="9893" y="4913"/>
                </a:cubicBezTo>
                <a:cubicBezTo>
                  <a:pt x="9895" y="4913"/>
                  <a:pt x="9903" y="4914"/>
                  <a:pt x="9909" y="4914"/>
                </a:cubicBezTo>
                <a:lnTo>
                  <a:pt x="9909" y="4914"/>
                </a:lnTo>
                <a:cubicBezTo>
                  <a:pt x="9913" y="4915"/>
                  <a:pt x="9921" y="4916"/>
                  <a:pt x="9921" y="4916"/>
                </a:cubicBezTo>
                <a:cubicBezTo>
                  <a:pt x="9939" y="4919"/>
                  <a:pt x="9957" y="4922"/>
                  <a:pt x="9975" y="4924"/>
                </a:cubicBezTo>
                <a:cubicBezTo>
                  <a:pt x="10099" y="4945"/>
                  <a:pt x="10221" y="4975"/>
                  <a:pt x="10339" y="5017"/>
                </a:cubicBezTo>
                <a:cubicBezTo>
                  <a:pt x="10401" y="5040"/>
                  <a:pt x="10426" y="5050"/>
                  <a:pt x="10479" y="5074"/>
                </a:cubicBezTo>
                <a:cubicBezTo>
                  <a:pt x="10534" y="5100"/>
                  <a:pt x="10586" y="5127"/>
                  <a:pt x="10636" y="5158"/>
                </a:cubicBezTo>
                <a:cubicBezTo>
                  <a:pt x="10747" y="5225"/>
                  <a:pt x="10817" y="5281"/>
                  <a:pt x="10909" y="5371"/>
                </a:cubicBezTo>
                <a:cubicBezTo>
                  <a:pt x="10936" y="5396"/>
                  <a:pt x="10966" y="5407"/>
                  <a:pt x="10995" y="5407"/>
                </a:cubicBezTo>
                <a:cubicBezTo>
                  <a:pt x="11096" y="5407"/>
                  <a:pt x="11185" y="5278"/>
                  <a:pt x="11092" y="5188"/>
                </a:cubicBezTo>
                <a:cubicBezTo>
                  <a:pt x="10691" y="4796"/>
                  <a:pt x="10138" y="4640"/>
                  <a:pt x="9587" y="4635"/>
                </a:cubicBezTo>
                <a:cubicBezTo>
                  <a:pt x="9578" y="4635"/>
                  <a:pt x="9570" y="4635"/>
                  <a:pt x="9561" y="4635"/>
                </a:cubicBezTo>
                <a:cubicBezTo>
                  <a:pt x="8986" y="4635"/>
                  <a:pt x="8411" y="4779"/>
                  <a:pt x="7877" y="4991"/>
                </a:cubicBezTo>
                <a:cubicBezTo>
                  <a:pt x="7710" y="5057"/>
                  <a:pt x="7543" y="5130"/>
                  <a:pt x="7379" y="5212"/>
                </a:cubicBezTo>
                <a:lnTo>
                  <a:pt x="7379" y="5212"/>
                </a:lnTo>
                <a:cubicBezTo>
                  <a:pt x="7322" y="5009"/>
                  <a:pt x="7233" y="4815"/>
                  <a:pt x="7113" y="4640"/>
                </a:cubicBezTo>
                <a:cubicBezTo>
                  <a:pt x="6799" y="4180"/>
                  <a:pt x="6294" y="3884"/>
                  <a:pt x="5735" y="3868"/>
                </a:cubicBezTo>
                <a:cubicBezTo>
                  <a:pt x="5706" y="3867"/>
                  <a:pt x="5678" y="3867"/>
                  <a:pt x="5649" y="3867"/>
                </a:cubicBezTo>
                <a:cubicBezTo>
                  <a:pt x="5499" y="3867"/>
                  <a:pt x="5348" y="3878"/>
                  <a:pt x="5199" y="3898"/>
                </a:cubicBezTo>
                <a:lnTo>
                  <a:pt x="5199" y="3898"/>
                </a:lnTo>
                <a:cubicBezTo>
                  <a:pt x="5252" y="3294"/>
                  <a:pt x="5198" y="2672"/>
                  <a:pt x="5011" y="2094"/>
                </a:cubicBezTo>
                <a:cubicBezTo>
                  <a:pt x="4827" y="1525"/>
                  <a:pt x="4511" y="993"/>
                  <a:pt x="4054" y="605"/>
                </a:cubicBezTo>
                <a:cubicBezTo>
                  <a:pt x="3729" y="331"/>
                  <a:pt x="3352" y="133"/>
                  <a:pt x="2934" y="50"/>
                </a:cubicBezTo>
                <a:cubicBezTo>
                  <a:pt x="2767" y="17"/>
                  <a:pt x="2597" y="1"/>
                  <a:pt x="2427" y="1"/>
                </a:cubicBezTo>
                <a:close/>
              </a:path>
            </a:pathLst>
          </a:custGeom>
          <a:solidFill>
            <a:schemeClr val="dk2"/>
          </a:solidFill>
          <a:ln w="9525">
            <a:solidFill>
              <a:srgbClr val="06B2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6" name="Google Shape;2504;p29"/>
          <p:cNvGrpSpPr/>
          <p:nvPr/>
        </p:nvGrpSpPr>
        <p:grpSpPr>
          <a:xfrm>
            <a:off x="74160" y="2498760"/>
            <a:ext cx="606240" cy="456840"/>
            <a:chOff x="74160" y="2498760"/>
            <a:chExt cx="606240" cy="456840"/>
          </a:xfrm>
        </p:grpSpPr>
        <p:sp>
          <p:nvSpPr>
            <p:cNvPr id="377" name="Google Shape;2505;p29"/>
            <p:cNvSpPr/>
            <p:nvPr/>
          </p:nvSpPr>
          <p:spPr>
            <a:xfrm flipH="1">
              <a:off x="339120" y="2644200"/>
              <a:ext cx="292320" cy="280800"/>
            </a:xfrm>
            <a:custGeom>
              <a:avLst/>
              <a:gdLst>
                <a:gd name="textAreaLeft" fmla="*/ 360 w 292320"/>
                <a:gd name="textAreaRight" fmla="*/ 293040 w 29232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1554" h="1503">
                  <a:moveTo>
                    <a:pt x="979" y="0"/>
                  </a:moveTo>
                  <a:lnTo>
                    <a:pt x="1" y="702"/>
                  </a:lnTo>
                  <a:lnTo>
                    <a:pt x="575" y="1503"/>
                  </a:lnTo>
                  <a:lnTo>
                    <a:pt x="1554" y="800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2506;p29"/>
            <p:cNvSpPr/>
            <p:nvPr/>
          </p:nvSpPr>
          <p:spPr>
            <a:xfrm flipH="1">
              <a:off x="469080" y="2728080"/>
              <a:ext cx="201240" cy="220680"/>
            </a:xfrm>
            <a:custGeom>
              <a:avLst/>
              <a:gdLst>
                <a:gd name="textAreaLeft" fmla="*/ -360 w 201240"/>
                <a:gd name="textAreaRight" fmla="*/ 201240 w 201240"/>
                <a:gd name="textAreaTop" fmla="*/ 0 h 220680"/>
                <a:gd name="textAreaBottom" fmla="*/ 221040 h 220680"/>
              </a:gdLst>
              <a:ahLst/>
              <a:cxnLst/>
              <a:rect l="textAreaLeft" t="textAreaTop" r="textAreaRight" b="textAreaBottom"/>
              <a:pathLst>
                <a:path w="1071" h="1181">
                  <a:moveTo>
                    <a:pt x="210" y="0"/>
                  </a:moveTo>
                  <a:cubicBezTo>
                    <a:pt x="179" y="0"/>
                    <a:pt x="151" y="8"/>
                    <a:pt x="129" y="24"/>
                  </a:cubicBezTo>
                  <a:cubicBezTo>
                    <a:pt x="1" y="115"/>
                    <a:pt x="80" y="443"/>
                    <a:pt x="304" y="757"/>
                  </a:cubicBezTo>
                  <a:cubicBezTo>
                    <a:pt x="489" y="1014"/>
                    <a:pt x="716" y="1181"/>
                    <a:pt x="861" y="1181"/>
                  </a:cubicBezTo>
                  <a:cubicBezTo>
                    <a:pt x="892" y="1181"/>
                    <a:pt x="920" y="1173"/>
                    <a:pt x="942" y="1157"/>
                  </a:cubicBezTo>
                  <a:cubicBezTo>
                    <a:pt x="1070" y="1066"/>
                    <a:pt x="991" y="738"/>
                    <a:pt x="766" y="424"/>
                  </a:cubicBezTo>
                  <a:cubicBezTo>
                    <a:pt x="582" y="167"/>
                    <a:pt x="35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2507;p29"/>
            <p:cNvSpPr/>
            <p:nvPr/>
          </p:nvSpPr>
          <p:spPr>
            <a:xfrm flipH="1">
              <a:off x="478800" y="2734920"/>
              <a:ext cx="201240" cy="220680"/>
            </a:xfrm>
            <a:custGeom>
              <a:avLst/>
              <a:gdLst>
                <a:gd name="textAreaLeft" fmla="*/ -360 w 201240"/>
                <a:gd name="textAreaRight" fmla="*/ 201240 w 201240"/>
                <a:gd name="textAreaTop" fmla="*/ 0 h 220680"/>
                <a:gd name="textAreaBottom" fmla="*/ 221040 h 220680"/>
              </a:gdLst>
              <a:ahLst/>
              <a:cxnLst/>
              <a:rect l="textAreaLeft" t="textAreaTop" r="textAreaRight" b="textAreaBottom"/>
              <a:pathLst>
                <a:path w="1070" h="1182">
                  <a:moveTo>
                    <a:pt x="209" y="1"/>
                  </a:moveTo>
                  <a:cubicBezTo>
                    <a:pt x="177" y="1"/>
                    <a:pt x="149" y="8"/>
                    <a:pt x="127" y="25"/>
                  </a:cubicBezTo>
                  <a:cubicBezTo>
                    <a:pt x="0" y="115"/>
                    <a:pt x="78" y="443"/>
                    <a:pt x="304" y="757"/>
                  </a:cubicBezTo>
                  <a:cubicBezTo>
                    <a:pt x="488" y="1014"/>
                    <a:pt x="714" y="1181"/>
                    <a:pt x="859" y="1181"/>
                  </a:cubicBezTo>
                  <a:cubicBezTo>
                    <a:pt x="891" y="1181"/>
                    <a:pt x="918" y="1174"/>
                    <a:pt x="941" y="1157"/>
                  </a:cubicBezTo>
                  <a:cubicBezTo>
                    <a:pt x="1069" y="1067"/>
                    <a:pt x="990" y="738"/>
                    <a:pt x="766" y="425"/>
                  </a:cubicBezTo>
                  <a:cubicBezTo>
                    <a:pt x="581" y="168"/>
                    <a:pt x="354" y="1"/>
                    <a:pt x="20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2508;p29"/>
            <p:cNvSpPr/>
            <p:nvPr/>
          </p:nvSpPr>
          <p:spPr>
            <a:xfrm flipH="1">
              <a:off x="187200" y="2511720"/>
              <a:ext cx="351720" cy="330120"/>
            </a:xfrm>
            <a:custGeom>
              <a:avLst/>
              <a:gdLst>
                <a:gd name="textAreaLeft" fmla="*/ -360 w 351720"/>
                <a:gd name="textAreaRight" fmla="*/ 351720 w 351720"/>
                <a:gd name="textAreaTop" fmla="*/ 0 h 330120"/>
                <a:gd name="textAreaBottom" fmla="*/ 330480 h 330120"/>
              </a:gdLst>
              <a:ahLst/>
              <a:cxnLst/>
              <a:rect l="textAreaLeft" t="textAreaTop" r="textAreaRight" b="textAreaBottom"/>
              <a:pathLst>
                <a:path w="1869" h="1767">
                  <a:moveTo>
                    <a:pt x="582" y="0"/>
                  </a:moveTo>
                  <a:cubicBezTo>
                    <a:pt x="574" y="0"/>
                    <a:pt x="567" y="0"/>
                    <a:pt x="559" y="1"/>
                  </a:cubicBezTo>
                  <a:cubicBezTo>
                    <a:pt x="1" y="368"/>
                    <a:pt x="335" y="792"/>
                    <a:pt x="335" y="792"/>
                  </a:cubicBezTo>
                  <a:cubicBezTo>
                    <a:pt x="961" y="1142"/>
                    <a:pt x="896" y="1607"/>
                    <a:pt x="896" y="1607"/>
                  </a:cubicBezTo>
                  <a:cubicBezTo>
                    <a:pt x="1010" y="1726"/>
                    <a:pt x="1133" y="1766"/>
                    <a:pt x="1248" y="1766"/>
                  </a:cubicBezTo>
                  <a:cubicBezTo>
                    <a:pt x="1497" y="1766"/>
                    <a:pt x="1707" y="1575"/>
                    <a:pt x="1707" y="1575"/>
                  </a:cubicBezTo>
                  <a:lnTo>
                    <a:pt x="1720" y="1558"/>
                  </a:lnTo>
                  <a:cubicBezTo>
                    <a:pt x="1868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2509;p29"/>
            <p:cNvSpPr/>
            <p:nvPr/>
          </p:nvSpPr>
          <p:spPr>
            <a:xfrm flipH="1">
              <a:off x="74160" y="2498760"/>
              <a:ext cx="227520" cy="171000"/>
            </a:xfrm>
            <a:custGeom>
              <a:avLst/>
              <a:gdLst>
                <a:gd name="textAreaLeft" fmla="*/ 360 w 227520"/>
                <a:gd name="textAreaRight" fmla="*/ 228240 w 22752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1210" h="916">
                  <a:moveTo>
                    <a:pt x="1209" y="0"/>
                  </a:moveTo>
                  <a:lnTo>
                    <a:pt x="0" y="753"/>
                  </a:lnTo>
                  <a:cubicBezTo>
                    <a:pt x="55" y="787"/>
                    <a:pt x="117" y="915"/>
                    <a:pt x="117" y="915"/>
                  </a:cubicBezTo>
                  <a:lnTo>
                    <a:pt x="120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5680" bIns="85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2510;p29"/>
            <p:cNvSpPr/>
            <p:nvPr/>
          </p:nvSpPr>
          <p:spPr>
            <a:xfrm flipH="1">
              <a:off x="193680" y="2517480"/>
              <a:ext cx="351360" cy="330120"/>
            </a:xfrm>
            <a:custGeom>
              <a:avLst/>
              <a:gdLst>
                <a:gd name="textAreaLeft" fmla="*/ 360 w 351360"/>
                <a:gd name="textAreaRight" fmla="*/ 352080 w 351360"/>
                <a:gd name="textAreaTop" fmla="*/ 0 h 330120"/>
                <a:gd name="textAreaBottom" fmla="*/ 330480 h 330120"/>
              </a:gdLst>
              <a:ahLst/>
              <a:cxnLst/>
              <a:rect l="textAreaLeft" t="textAreaTop" r="textAreaRight" b="textAreaBottom"/>
              <a:pathLst>
                <a:path w="1867" h="1766">
                  <a:moveTo>
                    <a:pt x="582" y="0"/>
                  </a:moveTo>
                  <a:cubicBezTo>
                    <a:pt x="574" y="0"/>
                    <a:pt x="566" y="1"/>
                    <a:pt x="558" y="1"/>
                  </a:cubicBezTo>
                  <a:cubicBezTo>
                    <a:pt x="0" y="368"/>
                    <a:pt x="332" y="792"/>
                    <a:pt x="332" y="792"/>
                  </a:cubicBezTo>
                  <a:cubicBezTo>
                    <a:pt x="960" y="1142"/>
                    <a:pt x="895" y="1607"/>
                    <a:pt x="895" y="1607"/>
                  </a:cubicBezTo>
                  <a:cubicBezTo>
                    <a:pt x="1009" y="1725"/>
                    <a:pt x="1131" y="1766"/>
                    <a:pt x="1246" y="1766"/>
                  </a:cubicBezTo>
                  <a:cubicBezTo>
                    <a:pt x="1494" y="1766"/>
                    <a:pt x="1705" y="1575"/>
                    <a:pt x="1705" y="1575"/>
                  </a:cubicBezTo>
                  <a:lnTo>
                    <a:pt x="1718" y="1558"/>
                  </a:lnTo>
                  <a:cubicBezTo>
                    <a:pt x="1866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2511;p29"/>
            <p:cNvSpPr/>
            <p:nvPr/>
          </p:nvSpPr>
          <p:spPr>
            <a:xfrm flipH="1">
              <a:off x="367560" y="2665440"/>
              <a:ext cx="114120" cy="152280"/>
            </a:xfrm>
            <a:custGeom>
              <a:avLst/>
              <a:gdLst>
                <a:gd name="textAreaLeft" fmla="*/ -360 w 114120"/>
                <a:gd name="textAreaRight" fmla="*/ 114120 w 114120"/>
                <a:gd name="textAreaTop" fmla="*/ 0 h 152280"/>
                <a:gd name="textAreaBottom" fmla="*/ 152640 h 152280"/>
              </a:gdLst>
              <a:ahLst/>
              <a:cxnLst/>
              <a:rect l="textAreaLeft" t="textAreaTop" r="textAreaRight" b="textAreaBottom"/>
              <a:pathLst>
                <a:path w="608" h="816">
                  <a:moveTo>
                    <a:pt x="13" y="1"/>
                  </a:moveTo>
                  <a:cubicBezTo>
                    <a:pt x="9" y="1"/>
                    <a:pt x="5" y="1"/>
                    <a:pt x="0" y="1"/>
                  </a:cubicBezTo>
                  <a:cubicBezTo>
                    <a:pt x="0" y="1"/>
                    <a:pt x="566" y="237"/>
                    <a:pt x="563" y="816"/>
                  </a:cubicBezTo>
                  <a:cubicBezTo>
                    <a:pt x="563" y="816"/>
                    <a:pt x="608" y="776"/>
                    <a:pt x="572" y="529"/>
                  </a:cubicBezTo>
                  <a:cubicBezTo>
                    <a:pt x="538" y="297"/>
                    <a:pt x="216" y="1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2512;p29"/>
            <p:cNvSpPr/>
            <p:nvPr/>
          </p:nvSpPr>
          <p:spPr>
            <a:xfrm flipH="1">
              <a:off x="594720" y="2753640"/>
              <a:ext cx="61200" cy="59760"/>
            </a:xfrm>
            <a:custGeom>
              <a:avLst/>
              <a:gdLst>
                <a:gd name="textAreaLeft" fmla="*/ 360 w 61200"/>
                <a:gd name="textAreaRight" fmla="*/ 61920 w 6120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27" h="321">
                  <a:moveTo>
                    <a:pt x="116" y="1"/>
                  </a:moveTo>
                  <a:cubicBezTo>
                    <a:pt x="92" y="1"/>
                    <a:pt x="68" y="7"/>
                    <a:pt x="45" y="24"/>
                  </a:cubicBezTo>
                  <a:cubicBezTo>
                    <a:pt x="1" y="71"/>
                    <a:pt x="4" y="130"/>
                    <a:pt x="11" y="178"/>
                  </a:cubicBezTo>
                  <a:cubicBezTo>
                    <a:pt x="20" y="228"/>
                    <a:pt x="35" y="276"/>
                    <a:pt x="60" y="320"/>
                  </a:cubicBezTo>
                  <a:cubicBezTo>
                    <a:pt x="53" y="270"/>
                    <a:pt x="44" y="223"/>
                    <a:pt x="43" y="175"/>
                  </a:cubicBezTo>
                  <a:cubicBezTo>
                    <a:pt x="41" y="129"/>
                    <a:pt x="45" y="79"/>
                    <a:pt x="73" y="54"/>
                  </a:cubicBezTo>
                  <a:cubicBezTo>
                    <a:pt x="84" y="43"/>
                    <a:pt x="101" y="39"/>
                    <a:pt x="120" y="39"/>
                  </a:cubicBezTo>
                  <a:cubicBezTo>
                    <a:pt x="142" y="39"/>
                    <a:pt x="168" y="45"/>
                    <a:pt x="192" y="54"/>
                  </a:cubicBezTo>
                  <a:cubicBezTo>
                    <a:pt x="237" y="67"/>
                    <a:pt x="280" y="90"/>
                    <a:pt x="326" y="109"/>
                  </a:cubicBezTo>
                  <a:cubicBezTo>
                    <a:pt x="290" y="76"/>
                    <a:pt x="250" y="46"/>
                    <a:pt x="204" y="24"/>
                  </a:cubicBezTo>
                  <a:cubicBezTo>
                    <a:pt x="179" y="12"/>
                    <a:pt x="148" y="1"/>
                    <a:pt x="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2513;p29"/>
            <p:cNvSpPr/>
            <p:nvPr/>
          </p:nvSpPr>
          <p:spPr>
            <a:xfrm flipH="1">
              <a:off x="478080" y="2679120"/>
              <a:ext cx="87480" cy="67680"/>
            </a:xfrm>
            <a:custGeom>
              <a:avLst/>
              <a:gdLst>
                <a:gd name="textAreaLeft" fmla="*/ -360 w 87480"/>
                <a:gd name="textAreaRight" fmla="*/ 87480 w 8748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467" h="363">
                  <a:moveTo>
                    <a:pt x="467" y="0"/>
                  </a:moveTo>
                  <a:lnTo>
                    <a:pt x="467" y="0"/>
                  </a:lnTo>
                  <a:cubicBezTo>
                    <a:pt x="377" y="46"/>
                    <a:pt x="300" y="107"/>
                    <a:pt x="220" y="164"/>
                  </a:cubicBezTo>
                  <a:cubicBezTo>
                    <a:pt x="144" y="228"/>
                    <a:pt x="67" y="288"/>
                    <a:pt x="0" y="363"/>
                  </a:cubicBezTo>
                  <a:cubicBezTo>
                    <a:pt x="88" y="315"/>
                    <a:pt x="167" y="256"/>
                    <a:pt x="246" y="197"/>
                  </a:cubicBezTo>
                  <a:cubicBezTo>
                    <a:pt x="323" y="136"/>
                    <a:pt x="399" y="74"/>
                    <a:pt x="467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2514;p29"/>
            <p:cNvSpPr/>
            <p:nvPr/>
          </p:nvSpPr>
          <p:spPr>
            <a:xfrm flipH="1">
              <a:off x="430560" y="2530800"/>
              <a:ext cx="59040" cy="124920"/>
            </a:xfrm>
            <a:custGeom>
              <a:avLst/>
              <a:gdLst>
                <a:gd name="textAreaLeft" fmla="*/ 360 w 59040"/>
                <a:gd name="textAreaRight" fmla="*/ 59760 w 5904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316" h="670">
                  <a:moveTo>
                    <a:pt x="316" y="0"/>
                  </a:moveTo>
                  <a:lnTo>
                    <a:pt x="316" y="0"/>
                  </a:lnTo>
                  <a:cubicBezTo>
                    <a:pt x="255" y="34"/>
                    <a:pt x="202" y="75"/>
                    <a:pt x="155" y="123"/>
                  </a:cubicBezTo>
                  <a:cubicBezTo>
                    <a:pt x="107" y="172"/>
                    <a:pt x="65" y="228"/>
                    <a:pt x="38" y="291"/>
                  </a:cubicBezTo>
                  <a:cubicBezTo>
                    <a:pt x="12" y="356"/>
                    <a:pt x="1" y="429"/>
                    <a:pt x="16" y="498"/>
                  </a:cubicBezTo>
                  <a:cubicBezTo>
                    <a:pt x="31" y="567"/>
                    <a:pt x="77" y="624"/>
                    <a:pt x="124" y="670"/>
                  </a:cubicBezTo>
                  <a:cubicBezTo>
                    <a:pt x="90" y="612"/>
                    <a:pt x="54" y="556"/>
                    <a:pt x="48" y="493"/>
                  </a:cubicBezTo>
                  <a:cubicBezTo>
                    <a:pt x="39" y="429"/>
                    <a:pt x="49" y="366"/>
                    <a:pt x="75" y="308"/>
                  </a:cubicBezTo>
                  <a:cubicBezTo>
                    <a:pt x="98" y="248"/>
                    <a:pt x="137" y="196"/>
                    <a:pt x="179" y="144"/>
                  </a:cubicBezTo>
                  <a:cubicBezTo>
                    <a:pt x="219" y="94"/>
                    <a:pt x="265" y="46"/>
                    <a:pt x="316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2640" bIns="626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2515;p29"/>
            <p:cNvSpPr/>
            <p:nvPr/>
          </p:nvSpPr>
          <p:spPr>
            <a:xfrm flipH="1">
              <a:off x="457560" y="2903760"/>
              <a:ext cx="360" cy="360"/>
            </a:xfrm>
            <a:custGeom>
              <a:avLst/>
              <a:gdLst>
                <a:gd name="textAreaLeft" fmla="*/ -360 w 360"/>
                <a:gd name="textAreaRight" fmla="*/ 36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5" h="24">
                  <a:moveTo>
                    <a:pt x="15" y="1"/>
                  </a:moveTo>
                  <a:cubicBezTo>
                    <a:pt x="0" y="3"/>
                    <a:pt x="3" y="12"/>
                    <a:pt x="10" y="24"/>
                  </a:cubicBezTo>
                  <a:cubicBezTo>
                    <a:pt x="12" y="16"/>
                    <a:pt x="12" y="8"/>
                    <a:pt x="15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2516;p29"/>
            <p:cNvSpPr/>
            <p:nvPr/>
          </p:nvSpPr>
          <p:spPr>
            <a:xfrm flipH="1">
              <a:off x="423720" y="2836080"/>
              <a:ext cx="360" cy="1800"/>
            </a:xfrm>
            <a:custGeom>
              <a:avLst/>
              <a:gdLst>
                <a:gd name="textAreaLeft" fmla="*/ -360 w 360"/>
                <a:gd name="textAreaRight" fmla="*/ 36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9" h="69">
                  <a:moveTo>
                    <a:pt x="19" y="1"/>
                  </a:moveTo>
                  <a:cubicBezTo>
                    <a:pt x="19" y="2"/>
                    <a:pt x="19" y="3"/>
                    <a:pt x="19" y="4"/>
                  </a:cubicBezTo>
                  <a:lnTo>
                    <a:pt x="19" y="4"/>
                  </a:lnTo>
                  <a:cubicBezTo>
                    <a:pt x="19" y="3"/>
                    <a:pt x="19" y="2"/>
                    <a:pt x="19" y="1"/>
                  </a:cubicBezTo>
                  <a:close/>
                  <a:moveTo>
                    <a:pt x="19" y="4"/>
                  </a:moveTo>
                  <a:cubicBezTo>
                    <a:pt x="17" y="21"/>
                    <a:pt x="7" y="45"/>
                    <a:pt x="0" y="68"/>
                  </a:cubicBezTo>
                  <a:cubicBezTo>
                    <a:pt x="11" y="60"/>
                    <a:pt x="17" y="41"/>
                    <a:pt x="19" y="4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2517;p29"/>
            <p:cNvSpPr/>
            <p:nvPr/>
          </p:nvSpPr>
          <p:spPr>
            <a:xfrm flipH="1">
              <a:off x="330120" y="2954520"/>
              <a:ext cx="720" cy="1080"/>
            </a:xfrm>
            <a:custGeom>
              <a:avLst/>
              <a:gdLst>
                <a:gd name="textAreaLeft" fmla="*/ 360 w 720"/>
                <a:gd name="textAreaRight" fmla="*/ 144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38" h="41">
                  <a:moveTo>
                    <a:pt x="23" y="1"/>
                  </a:moveTo>
                  <a:cubicBezTo>
                    <a:pt x="5" y="29"/>
                    <a:pt x="0" y="40"/>
                    <a:pt x="3" y="40"/>
                  </a:cubicBezTo>
                  <a:cubicBezTo>
                    <a:pt x="7" y="40"/>
                    <a:pt x="21" y="27"/>
                    <a:pt x="37" y="7"/>
                  </a:cubicBezTo>
                  <a:cubicBezTo>
                    <a:pt x="33" y="5"/>
                    <a:pt x="28" y="4"/>
                    <a:pt x="23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2518;p29"/>
            <p:cNvSpPr/>
            <p:nvPr/>
          </p:nvSpPr>
          <p:spPr>
            <a:xfrm flipH="1">
              <a:off x="413640" y="2828880"/>
              <a:ext cx="2880" cy="1080"/>
            </a:xfrm>
            <a:custGeom>
              <a:avLst/>
              <a:gdLst>
                <a:gd name="textAreaLeft" fmla="*/ 360 w 2880"/>
                <a:gd name="textAreaRight" fmla="*/ 3600 w 28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98" h="42">
                  <a:moveTo>
                    <a:pt x="1" y="1"/>
                  </a:moveTo>
                  <a:lnTo>
                    <a:pt x="15" y="41"/>
                  </a:lnTo>
                  <a:cubicBezTo>
                    <a:pt x="28" y="35"/>
                    <a:pt x="43" y="30"/>
                    <a:pt x="56" y="24"/>
                  </a:cubicBezTo>
                  <a:lnTo>
                    <a:pt x="97" y="11"/>
                  </a:lnTo>
                  <a:cubicBezTo>
                    <a:pt x="66" y="7"/>
                    <a:pt x="33" y="4"/>
                    <a:pt x="1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2519;p29"/>
            <p:cNvSpPr/>
            <p:nvPr/>
          </p:nvSpPr>
          <p:spPr>
            <a:xfrm flipH="1">
              <a:off x="414000" y="2821680"/>
              <a:ext cx="4320" cy="3600"/>
            </a:xfrm>
            <a:custGeom>
              <a:avLst/>
              <a:gdLst>
                <a:gd name="textAreaLeft" fmla="*/ 360 w 4320"/>
                <a:gd name="textAreaRight" fmla="*/ 5040 w 432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42" h="126">
                  <a:moveTo>
                    <a:pt x="51" y="1"/>
                  </a:moveTo>
                  <a:cubicBezTo>
                    <a:pt x="47" y="17"/>
                    <a:pt x="40" y="46"/>
                    <a:pt x="13" y="46"/>
                  </a:cubicBezTo>
                  <a:cubicBezTo>
                    <a:pt x="9" y="46"/>
                    <a:pt x="5" y="45"/>
                    <a:pt x="1" y="44"/>
                  </a:cubicBezTo>
                  <a:lnTo>
                    <a:pt x="1" y="44"/>
                  </a:lnTo>
                  <a:cubicBezTo>
                    <a:pt x="48" y="70"/>
                    <a:pt x="96" y="98"/>
                    <a:pt x="142" y="126"/>
                  </a:cubicBezTo>
                  <a:cubicBezTo>
                    <a:pt x="111" y="85"/>
                    <a:pt x="81" y="44"/>
                    <a:pt x="51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2" name="Google Shape;2520;p29"/>
          <p:cNvSpPr/>
          <p:nvPr/>
        </p:nvSpPr>
        <p:spPr>
          <a:xfrm rot="1069200" flipH="1">
            <a:off x="76320" y="1244520"/>
            <a:ext cx="600840" cy="462240"/>
          </a:xfrm>
          <a:custGeom>
            <a:avLst/>
            <a:gdLst>
              <a:gd name="textAreaLeft" fmla="*/ -360 w 600840"/>
              <a:gd name="textAreaRight" fmla="*/ 600840 w 600840"/>
              <a:gd name="textAreaTop" fmla="*/ 0 h 462240"/>
              <a:gd name="textAreaBottom" fmla="*/ 462600 h 462240"/>
            </a:gdLst>
            <a:ahLst/>
            <a:cxnLst/>
            <a:rect l="textAreaLeft" t="textAreaTop" r="textAreaRight" b="textAreaBottom"/>
            <a:pathLst>
              <a:path w="6026" h="4612">
                <a:moveTo>
                  <a:pt x="1541" y="311"/>
                </a:moveTo>
                <a:lnTo>
                  <a:pt x="1539" y="311"/>
                </a:lnTo>
                <a:cubicBezTo>
                  <a:pt x="1539" y="311"/>
                  <a:pt x="1540" y="311"/>
                  <a:pt x="1541" y="311"/>
                </a:cubicBezTo>
                <a:close/>
                <a:moveTo>
                  <a:pt x="1668" y="307"/>
                </a:moveTo>
                <a:lnTo>
                  <a:pt x="1668" y="307"/>
                </a:lnTo>
                <a:cubicBezTo>
                  <a:pt x="1679" y="308"/>
                  <a:pt x="1689" y="309"/>
                  <a:pt x="1700" y="311"/>
                </a:cubicBezTo>
                <a:lnTo>
                  <a:pt x="1668" y="307"/>
                </a:lnTo>
                <a:close/>
                <a:moveTo>
                  <a:pt x="1773" y="335"/>
                </a:moveTo>
                <a:cubicBezTo>
                  <a:pt x="1787" y="342"/>
                  <a:pt x="1793" y="345"/>
                  <a:pt x="1793" y="345"/>
                </a:cubicBezTo>
                <a:cubicBezTo>
                  <a:pt x="1794" y="345"/>
                  <a:pt x="1782" y="338"/>
                  <a:pt x="1775" y="335"/>
                </a:cubicBezTo>
                <a:cubicBezTo>
                  <a:pt x="1774" y="335"/>
                  <a:pt x="1774" y="335"/>
                  <a:pt x="1773" y="335"/>
                </a:cubicBezTo>
                <a:close/>
                <a:moveTo>
                  <a:pt x="1428" y="344"/>
                </a:moveTo>
                <a:cubicBezTo>
                  <a:pt x="1427" y="344"/>
                  <a:pt x="1425" y="345"/>
                  <a:pt x="1422" y="346"/>
                </a:cubicBezTo>
                <a:lnTo>
                  <a:pt x="1422" y="346"/>
                </a:lnTo>
                <a:cubicBezTo>
                  <a:pt x="1424" y="345"/>
                  <a:pt x="1426" y="344"/>
                  <a:pt x="1428" y="344"/>
                </a:cubicBezTo>
                <a:close/>
                <a:moveTo>
                  <a:pt x="973" y="717"/>
                </a:moveTo>
                <a:lnTo>
                  <a:pt x="973" y="717"/>
                </a:lnTo>
                <a:cubicBezTo>
                  <a:pt x="973" y="717"/>
                  <a:pt x="969" y="721"/>
                  <a:pt x="966" y="725"/>
                </a:cubicBezTo>
                <a:lnTo>
                  <a:pt x="966" y="725"/>
                </a:lnTo>
                <a:cubicBezTo>
                  <a:pt x="967" y="724"/>
                  <a:pt x="969" y="722"/>
                  <a:pt x="970" y="721"/>
                </a:cubicBezTo>
                <a:cubicBezTo>
                  <a:pt x="972" y="718"/>
                  <a:pt x="973" y="717"/>
                  <a:pt x="973" y="717"/>
                </a:cubicBezTo>
                <a:close/>
                <a:moveTo>
                  <a:pt x="959" y="735"/>
                </a:moveTo>
                <a:cubicBezTo>
                  <a:pt x="959" y="735"/>
                  <a:pt x="959" y="735"/>
                  <a:pt x="959" y="735"/>
                </a:cubicBezTo>
                <a:cubicBezTo>
                  <a:pt x="959" y="735"/>
                  <a:pt x="959" y="735"/>
                  <a:pt x="959" y="735"/>
                </a:cubicBezTo>
                <a:cubicBezTo>
                  <a:pt x="959" y="735"/>
                  <a:pt x="959" y="735"/>
                  <a:pt x="959" y="735"/>
                </a:cubicBezTo>
                <a:close/>
                <a:moveTo>
                  <a:pt x="2107" y="819"/>
                </a:moveTo>
                <a:cubicBezTo>
                  <a:pt x="2108" y="822"/>
                  <a:pt x="2108" y="826"/>
                  <a:pt x="2109" y="830"/>
                </a:cubicBezTo>
                <a:lnTo>
                  <a:pt x="2109" y="830"/>
                </a:lnTo>
                <a:lnTo>
                  <a:pt x="2107" y="819"/>
                </a:lnTo>
                <a:close/>
                <a:moveTo>
                  <a:pt x="2111" y="844"/>
                </a:moveTo>
                <a:cubicBezTo>
                  <a:pt x="2111" y="849"/>
                  <a:pt x="2112" y="855"/>
                  <a:pt x="2113" y="860"/>
                </a:cubicBezTo>
                <a:lnTo>
                  <a:pt x="2111" y="844"/>
                </a:lnTo>
                <a:close/>
                <a:moveTo>
                  <a:pt x="4979" y="1913"/>
                </a:moveTo>
                <a:cubicBezTo>
                  <a:pt x="4983" y="1915"/>
                  <a:pt x="4988" y="1918"/>
                  <a:pt x="4988" y="1918"/>
                </a:cubicBezTo>
                <a:cubicBezTo>
                  <a:pt x="4988" y="1918"/>
                  <a:pt x="4985" y="1916"/>
                  <a:pt x="4979" y="1913"/>
                </a:cubicBezTo>
                <a:close/>
                <a:moveTo>
                  <a:pt x="5237" y="2061"/>
                </a:moveTo>
                <a:cubicBezTo>
                  <a:pt x="5237" y="2061"/>
                  <a:pt x="5248" y="2069"/>
                  <a:pt x="5253" y="2072"/>
                </a:cubicBezTo>
                <a:cubicBezTo>
                  <a:pt x="5253" y="2073"/>
                  <a:pt x="5254" y="2073"/>
                  <a:pt x="5254" y="2073"/>
                </a:cubicBezTo>
                <a:lnTo>
                  <a:pt x="5254" y="2073"/>
                </a:lnTo>
                <a:cubicBezTo>
                  <a:pt x="5242" y="2064"/>
                  <a:pt x="5237" y="2061"/>
                  <a:pt x="5237" y="2061"/>
                </a:cubicBezTo>
                <a:close/>
                <a:moveTo>
                  <a:pt x="5660" y="2730"/>
                </a:moveTo>
                <a:lnTo>
                  <a:pt x="5660" y="2730"/>
                </a:lnTo>
                <a:cubicBezTo>
                  <a:pt x="5660" y="2732"/>
                  <a:pt x="5661" y="2735"/>
                  <a:pt x="5661" y="2738"/>
                </a:cubicBezTo>
                <a:lnTo>
                  <a:pt x="5661" y="2738"/>
                </a:lnTo>
                <a:lnTo>
                  <a:pt x="5660" y="2730"/>
                </a:lnTo>
                <a:close/>
                <a:moveTo>
                  <a:pt x="5662" y="2743"/>
                </a:moveTo>
                <a:cubicBezTo>
                  <a:pt x="5663" y="2752"/>
                  <a:pt x="5665" y="2762"/>
                  <a:pt x="5666" y="2771"/>
                </a:cubicBezTo>
                <a:lnTo>
                  <a:pt x="5662" y="2743"/>
                </a:lnTo>
                <a:close/>
                <a:moveTo>
                  <a:pt x="5497" y="3345"/>
                </a:moveTo>
                <a:cubicBezTo>
                  <a:pt x="5497" y="3345"/>
                  <a:pt x="5495" y="3347"/>
                  <a:pt x="5492" y="3351"/>
                </a:cubicBezTo>
                <a:lnTo>
                  <a:pt x="5492" y="3351"/>
                </a:lnTo>
                <a:cubicBezTo>
                  <a:pt x="5495" y="3348"/>
                  <a:pt x="5497" y="3345"/>
                  <a:pt x="5497" y="3345"/>
                </a:cubicBezTo>
                <a:close/>
                <a:moveTo>
                  <a:pt x="5482" y="3364"/>
                </a:moveTo>
                <a:cubicBezTo>
                  <a:pt x="5482" y="3364"/>
                  <a:pt x="5482" y="3364"/>
                  <a:pt x="5482" y="3364"/>
                </a:cubicBezTo>
                <a:cubicBezTo>
                  <a:pt x="5482" y="3364"/>
                  <a:pt x="5482" y="3364"/>
                  <a:pt x="5482" y="3364"/>
                </a:cubicBezTo>
                <a:close/>
                <a:moveTo>
                  <a:pt x="5260" y="3583"/>
                </a:moveTo>
                <a:lnTo>
                  <a:pt x="5260" y="3583"/>
                </a:lnTo>
                <a:cubicBezTo>
                  <a:pt x="5260" y="3583"/>
                  <a:pt x="5258" y="3584"/>
                  <a:pt x="5254" y="3587"/>
                </a:cubicBezTo>
                <a:cubicBezTo>
                  <a:pt x="5253" y="3588"/>
                  <a:pt x="5252" y="3589"/>
                  <a:pt x="5250" y="3590"/>
                </a:cubicBezTo>
                <a:lnTo>
                  <a:pt x="5250" y="3590"/>
                </a:lnTo>
                <a:cubicBezTo>
                  <a:pt x="5255" y="3587"/>
                  <a:pt x="5260" y="3583"/>
                  <a:pt x="5260" y="3583"/>
                </a:cubicBezTo>
                <a:close/>
                <a:moveTo>
                  <a:pt x="5247" y="3593"/>
                </a:moveTo>
                <a:cubicBezTo>
                  <a:pt x="5246" y="3594"/>
                  <a:pt x="5246" y="3594"/>
                  <a:pt x="5246" y="3595"/>
                </a:cubicBezTo>
                <a:cubicBezTo>
                  <a:pt x="5243" y="3596"/>
                  <a:pt x="5242" y="3597"/>
                  <a:pt x="5242" y="3597"/>
                </a:cubicBezTo>
                <a:cubicBezTo>
                  <a:pt x="5242" y="3597"/>
                  <a:pt x="5244" y="3595"/>
                  <a:pt x="5247" y="3593"/>
                </a:cubicBezTo>
                <a:close/>
                <a:moveTo>
                  <a:pt x="1618" y="0"/>
                </a:moveTo>
                <a:cubicBezTo>
                  <a:pt x="1515" y="0"/>
                  <a:pt x="1411" y="20"/>
                  <a:pt x="1317" y="59"/>
                </a:cubicBezTo>
                <a:cubicBezTo>
                  <a:pt x="1090" y="152"/>
                  <a:pt x="888" y="325"/>
                  <a:pt x="734" y="524"/>
                </a:cubicBezTo>
                <a:cubicBezTo>
                  <a:pt x="590" y="708"/>
                  <a:pt x="468" y="911"/>
                  <a:pt x="369" y="1122"/>
                </a:cubicBezTo>
                <a:cubicBezTo>
                  <a:pt x="167" y="1548"/>
                  <a:pt x="52" y="2009"/>
                  <a:pt x="26" y="2479"/>
                </a:cubicBezTo>
                <a:cubicBezTo>
                  <a:pt x="0" y="2950"/>
                  <a:pt x="62" y="3400"/>
                  <a:pt x="215" y="3829"/>
                </a:cubicBezTo>
                <a:cubicBezTo>
                  <a:pt x="233" y="3882"/>
                  <a:pt x="254" y="3933"/>
                  <a:pt x="274" y="3985"/>
                </a:cubicBezTo>
                <a:cubicBezTo>
                  <a:pt x="290" y="4023"/>
                  <a:pt x="307" y="4055"/>
                  <a:pt x="346" y="4077"/>
                </a:cubicBezTo>
                <a:cubicBezTo>
                  <a:pt x="368" y="4090"/>
                  <a:pt x="398" y="4099"/>
                  <a:pt x="426" y="4099"/>
                </a:cubicBezTo>
                <a:cubicBezTo>
                  <a:pt x="440" y="4099"/>
                  <a:pt x="453" y="4097"/>
                  <a:pt x="465" y="4093"/>
                </a:cubicBezTo>
                <a:cubicBezTo>
                  <a:pt x="503" y="4081"/>
                  <a:pt x="539" y="4057"/>
                  <a:pt x="557" y="4022"/>
                </a:cubicBezTo>
                <a:cubicBezTo>
                  <a:pt x="576" y="3986"/>
                  <a:pt x="589" y="3940"/>
                  <a:pt x="573" y="3903"/>
                </a:cubicBezTo>
                <a:lnTo>
                  <a:pt x="573" y="3901"/>
                </a:lnTo>
                <a:cubicBezTo>
                  <a:pt x="465" y="3641"/>
                  <a:pt x="393" y="3369"/>
                  <a:pt x="356" y="3091"/>
                </a:cubicBezTo>
                <a:lnTo>
                  <a:pt x="356" y="3091"/>
                </a:lnTo>
                <a:lnTo>
                  <a:pt x="362" y="3131"/>
                </a:lnTo>
                <a:cubicBezTo>
                  <a:pt x="320" y="2825"/>
                  <a:pt x="321" y="2514"/>
                  <a:pt x="362" y="2207"/>
                </a:cubicBezTo>
                <a:lnTo>
                  <a:pt x="362" y="2207"/>
                </a:lnTo>
                <a:lnTo>
                  <a:pt x="356" y="2249"/>
                </a:lnTo>
                <a:cubicBezTo>
                  <a:pt x="377" y="2085"/>
                  <a:pt x="410" y="1924"/>
                  <a:pt x="455" y="1766"/>
                </a:cubicBezTo>
                <a:cubicBezTo>
                  <a:pt x="478" y="1686"/>
                  <a:pt x="503" y="1609"/>
                  <a:pt x="531" y="1531"/>
                </a:cubicBezTo>
                <a:cubicBezTo>
                  <a:pt x="546" y="1491"/>
                  <a:pt x="560" y="1452"/>
                  <a:pt x="576" y="1412"/>
                </a:cubicBezTo>
                <a:cubicBezTo>
                  <a:pt x="579" y="1404"/>
                  <a:pt x="583" y="1396"/>
                  <a:pt x="586" y="1389"/>
                </a:cubicBezTo>
                <a:cubicBezTo>
                  <a:pt x="586" y="1388"/>
                  <a:pt x="586" y="1388"/>
                  <a:pt x="586" y="1387"/>
                </a:cubicBezTo>
                <a:lnTo>
                  <a:pt x="586" y="1387"/>
                </a:lnTo>
                <a:cubicBezTo>
                  <a:pt x="585" y="1391"/>
                  <a:pt x="583" y="1394"/>
                  <a:pt x="583" y="1394"/>
                </a:cubicBezTo>
                <a:cubicBezTo>
                  <a:pt x="583" y="1394"/>
                  <a:pt x="584" y="1393"/>
                  <a:pt x="585" y="1390"/>
                </a:cubicBezTo>
                <a:cubicBezTo>
                  <a:pt x="586" y="1388"/>
                  <a:pt x="587" y="1385"/>
                  <a:pt x="588" y="1383"/>
                </a:cubicBezTo>
                <a:lnTo>
                  <a:pt x="588" y="1383"/>
                </a:lnTo>
                <a:cubicBezTo>
                  <a:pt x="587" y="1384"/>
                  <a:pt x="587" y="1386"/>
                  <a:pt x="586" y="1387"/>
                </a:cubicBezTo>
                <a:lnTo>
                  <a:pt x="586" y="1387"/>
                </a:lnTo>
                <a:cubicBezTo>
                  <a:pt x="588" y="1384"/>
                  <a:pt x="589" y="1380"/>
                  <a:pt x="590" y="1377"/>
                </a:cubicBezTo>
                <a:lnTo>
                  <a:pt x="590" y="1377"/>
                </a:lnTo>
                <a:cubicBezTo>
                  <a:pt x="590" y="1379"/>
                  <a:pt x="589" y="1381"/>
                  <a:pt x="588" y="1383"/>
                </a:cubicBezTo>
                <a:lnTo>
                  <a:pt x="588" y="1383"/>
                </a:lnTo>
                <a:cubicBezTo>
                  <a:pt x="589" y="1379"/>
                  <a:pt x="591" y="1376"/>
                  <a:pt x="592" y="1373"/>
                </a:cubicBezTo>
                <a:cubicBezTo>
                  <a:pt x="592" y="1373"/>
                  <a:pt x="592" y="1373"/>
                  <a:pt x="592" y="1373"/>
                </a:cubicBezTo>
                <a:lnTo>
                  <a:pt x="592" y="1373"/>
                </a:lnTo>
                <a:cubicBezTo>
                  <a:pt x="592" y="1373"/>
                  <a:pt x="591" y="1375"/>
                  <a:pt x="590" y="1377"/>
                </a:cubicBezTo>
                <a:lnTo>
                  <a:pt x="590" y="1377"/>
                </a:lnTo>
                <a:cubicBezTo>
                  <a:pt x="597" y="1362"/>
                  <a:pt x="604" y="1347"/>
                  <a:pt x="611" y="1331"/>
                </a:cubicBezTo>
                <a:cubicBezTo>
                  <a:pt x="678" y="1180"/>
                  <a:pt x="757" y="1035"/>
                  <a:pt x="848" y="895"/>
                </a:cubicBezTo>
                <a:cubicBezTo>
                  <a:pt x="870" y="860"/>
                  <a:pt x="893" y="827"/>
                  <a:pt x="917" y="793"/>
                </a:cubicBezTo>
                <a:cubicBezTo>
                  <a:pt x="929" y="777"/>
                  <a:pt x="940" y="761"/>
                  <a:pt x="952" y="744"/>
                </a:cubicBezTo>
                <a:cubicBezTo>
                  <a:pt x="955" y="740"/>
                  <a:pt x="958" y="735"/>
                  <a:pt x="962" y="730"/>
                </a:cubicBezTo>
                <a:lnTo>
                  <a:pt x="962" y="730"/>
                </a:lnTo>
                <a:cubicBezTo>
                  <a:pt x="961" y="731"/>
                  <a:pt x="960" y="733"/>
                  <a:pt x="959" y="735"/>
                </a:cubicBezTo>
                <a:lnTo>
                  <a:pt x="959" y="735"/>
                </a:lnTo>
                <a:cubicBezTo>
                  <a:pt x="960" y="733"/>
                  <a:pt x="963" y="729"/>
                  <a:pt x="966" y="725"/>
                </a:cubicBezTo>
                <a:lnTo>
                  <a:pt x="966" y="725"/>
                </a:lnTo>
                <a:cubicBezTo>
                  <a:pt x="965" y="727"/>
                  <a:pt x="963" y="728"/>
                  <a:pt x="962" y="730"/>
                </a:cubicBezTo>
                <a:lnTo>
                  <a:pt x="962" y="730"/>
                </a:lnTo>
                <a:cubicBezTo>
                  <a:pt x="965" y="726"/>
                  <a:pt x="969" y="722"/>
                  <a:pt x="972" y="718"/>
                </a:cubicBezTo>
                <a:cubicBezTo>
                  <a:pt x="1026" y="650"/>
                  <a:pt x="1084" y="587"/>
                  <a:pt x="1147" y="529"/>
                </a:cubicBezTo>
                <a:cubicBezTo>
                  <a:pt x="1165" y="514"/>
                  <a:pt x="1183" y="498"/>
                  <a:pt x="1201" y="483"/>
                </a:cubicBezTo>
                <a:cubicBezTo>
                  <a:pt x="1207" y="478"/>
                  <a:pt x="1212" y="473"/>
                  <a:pt x="1218" y="469"/>
                </a:cubicBezTo>
                <a:lnTo>
                  <a:pt x="1218" y="469"/>
                </a:lnTo>
                <a:cubicBezTo>
                  <a:pt x="1224" y="466"/>
                  <a:pt x="1228" y="462"/>
                  <a:pt x="1232" y="459"/>
                </a:cubicBezTo>
                <a:cubicBezTo>
                  <a:pt x="1271" y="430"/>
                  <a:pt x="1311" y="404"/>
                  <a:pt x="1352" y="381"/>
                </a:cubicBezTo>
                <a:cubicBezTo>
                  <a:pt x="1371" y="372"/>
                  <a:pt x="1390" y="362"/>
                  <a:pt x="1409" y="353"/>
                </a:cubicBezTo>
                <a:lnTo>
                  <a:pt x="1409" y="353"/>
                </a:lnTo>
                <a:cubicBezTo>
                  <a:pt x="1410" y="352"/>
                  <a:pt x="1411" y="352"/>
                  <a:pt x="1413" y="351"/>
                </a:cubicBezTo>
                <a:cubicBezTo>
                  <a:pt x="1424" y="347"/>
                  <a:pt x="1435" y="342"/>
                  <a:pt x="1445" y="338"/>
                </a:cubicBezTo>
                <a:cubicBezTo>
                  <a:pt x="1484" y="325"/>
                  <a:pt x="1525" y="314"/>
                  <a:pt x="1566" y="308"/>
                </a:cubicBezTo>
                <a:lnTo>
                  <a:pt x="1566" y="308"/>
                </a:lnTo>
                <a:cubicBezTo>
                  <a:pt x="1585" y="307"/>
                  <a:pt x="1604" y="306"/>
                  <a:pt x="1624" y="306"/>
                </a:cubicBezTo>
                <a:cubicBezTo>
                  <a:pt x="1637" y="306"/>
                  <a:pt x="1650" y="306"/>
                  <a:pt x="1663" y="307"/>
                </a:cubicBezTo>
                <a:lnTo>
                  <a:pt x="1663" y="307"/>
                </a:lnTo>
                <a:cubicBezTo>
                  <a:pt x="1701" y="313"/>
                  <a:pt x="1738" y="321"/>
                  <a:pt x="1773" y="335"/>
                </a:cubicBezTo>
                <a:lnTo>
                  <a:pt x="1773" y="335"/>
                </a:lnTo>
                <a:cubicBezTo>
                  <a:pt x="1772" y="334"/>
                  <a:pt x="1771" y="333"/>
                  <a:pt x="1769" y="332"/>
                </a:cubicBezTo>
                <a:lnTo>
                  <a:pt x="1769" y="332"/>
                </a:lnTo>
                <a:cubicBezTo>
                  <a:pt x="1779" y="337"/>
                  <a:pt x="1788" y="341"/>
                  <a:pt x="1798" y="345"/>
                </a:cubicBezTo>
                <a:cubicBezTo>
                  <a:pt x="1814" y="354"/>
                  <a:pt x="1828" y="363"/>
                  <a:pt x="1844" y="371"/>
                </a:cubicBezTo>
                <a:cubicBezTo>
                  <a:pt x="1850" y="376"/>
                  <a:pt x="1857" y="380"/>
                  <a:pt x="1862" y="384"/>
                </a:cubicBezTo>
                <a:cubicBezTo>
                  <a:pt x="1868" y="388"/>
                  <a:pt x="1881" y="399"/>
                  <a:pt x="1882" y="400"/>
                </a:cubicBezTo>
                <a:lnTo>
                  <a:pt x="1882" y="400"/>
                </a:lnTo>
                <a:cubicBezTo>
                  <a:pt x="1889" y="405"/>
                  <a:pt x="1896" y="411"/>
                  <a:pt x="1903" y="417"/>
                </a:cubicBezTo>
                <a:cubicBezTo>
                  <a:pt x="1923" y="437"/>
                  <a:pt x="1942" y="459"/>
                  <a:pt x="1961" y="480"/>
                </a:cubicBezTo>
                <a:lnTo>
                  <a:pt x="1961" y="480"/>
                </a:lnTo>
                <a:cubicBezTo>
                  <a:pt x="1959" y="478"/>
                  <a:pt x="1958" y="477"/>
                  <a:pt x="1958" y="477"/>
                </a:cubicBezTo>
                <a:lnTo>
                  <a:pt x="1958" y="477"/>
                </a:lnTo>
                <a:cubicBezTo>
                  <a:pt x="1958" y="477"/>
                  <a:pt x="1968" y="488"/>
                  <a:pt x="1972" y="494"/>
                </a:cubicBezTo>
                <a:cubicBezTo>
                  <a:pt x="1978" y="501"/>
                  <a:pt x="1983" y="508"/>
                  <a:pt x="1988" y="517"/>
                </a:cubicBezTo>
                <a:cubicBezTo>
                  <a:pt x="1998" y="531"/>
                  <a:pt x="2008" y="547"/>
                  <a:pt x="2016" y="563"/>
                </a:cubicBezTo>
                <a:cubicBezTo>
                  <a:pt x="2027" y="578"/>
                  <a:pt x="2035" y="596"/>
                  <a:pt x="2042" y="612"/>
                </a:cubicBezTo>
                <a:cubicBezTo>
                  <a:pt x="2048" y="622"/>
                  <a:pt x="2052" y="630"/>
                  <a:pt x="2057" y="640"/>
                </a:cubicBezTo>
                <a:cubicBezTo>
                  <a:pt x="2059" y="647"/>
                  <a:pt x="2063" y="658"/>
                  <a:pt x="2062" y="658"/>
                </a:cubicBezTo>
                <a:cubicBezTo>
                  <a:pt x="2062" y="658"/>
                  <a:pt x="2059" y="652"/>
                  <a:pt x="2052" y="633"/>
                </a:cubicBezTo>
                <a:lnTo>
                  <a:pt x="2052" y="633"/>
                </a:lnTo>
                <a:cubicBezTo>
                  <a:pt x="2076" y="701"/>
                  <a:pt x="2098" y="767"/>
                  <a:pt x="2110" y="839"/>
                </a:cubicBezTo>
                <a:lnTo>
                  <a:pt x="2110" y="839"/>
                </a:lnTo>
                <a:cubicBezTo>
                  <a:pt x="2127" y="973"/>
                  <a:pt x="2119" y="1108"/>
                  <a:pt x="2101" y="1242"/>
                </a:cubicBezTo>
                <a:lnTo>
                  <a:pt x="2107" y="1202"/>
                </a:lnTo>
                <a:lnTo>
                  <a:pt x="2107" y="1202"/>
                </a:lnTo>
                <a:cubicBezTo>
                  <a:pt x="2083" y="1386"/>
                  <a:pt x="2041" y="1567"/>
                  <a:pt x="2003" y="1748"/>
                </a:cubicBezTo>
                <a:cubicBezTo>
                  <a:pt x="1966" y="1934"/>
                  <a:pt x="1929" y="2118"/>
                  <a:pt x="1890" y="2304"/>
                </a:cubicBezTo>
                <a:cubicBezTo>
                  <a:pt x="1877" y="2366"/>
                  <a:pt x="1894" y="2426"/>
                  <a:pt x="1946" y="2466"/>
                </a:cubicBezTo>
                <a:cubicBezTo>
                  <a:pt x="1972" y="2487"/>
                  <a:pt x="2008" y="2499"/>
                  <a:pt x="2044" y="2499"/>
                </a:cubicBezTo>
                <a:cubicBezTo>
                  <a:pt x="2070" y="2499"/>
                  <a:pt x="2097" y="2493"/>
                  <a:pt x="2119" y="2478"/>
                </a:cubicBezTo>
                <a:cubicBezTo>
                  <a:pt x="2326" y="2337"/>
                  <a:pt x="2546" y="2213"/>
                  <a:pt x="2776" y="2111"/>
                </a:cubicBezTo>
                <a:cubicBezTo>
                  <a:pt x="2791" y="2105"/>
                  <a:pt x="2805" y="2098"/>
                  <a:pt x="2819" y="2092"/>
                </a:cubicBezTo>
                <a:cubicBezTo>
                  <a:pt x="2825" y="2089"/>
                  <a:pt x="2831" y="2088"/>
                  <a:pt x="2837" y="2085"/>
                </a:cubicBezTo>
                <a:cubicBezTo>
                  <a:pt x="2843" y="2082"/>
                  <a:pt x="2846" y="2081"/>
                  <a:pt x="2846" y="2081"/>
                </a:cubicBezTo>
                <a:lnTo>
                  <a:pt x="2846" y="2081"/>
                </a:lnTo>
                <a:cubicBezTo>
                  <a:pt x="2846" y="2081"/>
                  <a:pt x="2826" y="2090"/>
                  <a:pt x="2826" y="2090"/>
                </a:cubicBezTo>
                <a:cubicBezTo>
                  <a:pt x="2826" y="2090"/>
                  <a:pt x="2829" y="2089"/>
                  <a:pt x="2835" y="2087"/>
                </a:cubicBezTo>
                <a:cubicBezTo>
                  <a:pt x="2864" y="2074"/>
                  <a:pt x="2893" y="2062"/>
                  <a:pt x="2922" y="2051"/>
                </a:cubicBezTo>
                <a:cubicBezTo>
                  <a:pt x="2981" y="2028"/>
                  <a:pt x="3040" y="2006"/>
                  <a:pt x="3100" y="1986"/>
                </a:cubicBezTo>
                <a:cubicBezTo>
                  <a:pt x="3218" y="1945"/>
                  <a:pt x="3339" y="1911"/>
                  <a:pt x="3461" y="1881"/>
                </a:cubicBezTo>
                <a:cubicBezTo>
                  <a:pt x="3599" y="1848"/>
                  <a:pt x="3738" y="1822"/>
                  <a:pt x="3877" y="1803"/>
                </a:cubicBezTo>
                <a:lnTo>
                  <a:pt x="3877" y="1803"/>
                </a:lnTo>
                <a:lnTo>
                  <a:pt x="3837" y="1807"/>
                </a:lnTo>
                <a:cubicBezTo>
                  <a:pt x="3972" y="1790"/>
                  <a:pt x="4109" y="1779"/>
                  <a:pt x="4246" y="1779"/>
                </a:cubicBezTo>
                <a:cubicBezTo>
                  <a:pt x="4347" y="1779"/>
                  <a:pt x="4448" y="1785"/>
                  <a:pt x="4549" y="1798"/>
                </a:cubicBezTo>
                <a:lnTo>
                  <a:pt x="4549" y="1798"/>
                </a:lnTo>
                <a:cubicBezTo>
                  <a:pt x="4666" y="1815"/>
                  <a:pt x="4781" y="1841"/>
                  <a:pt x="4892" y="1879"/>
                </a:cubicBezTo>
                <a:cubicBezTo>
                  <a:pt x="4919" y="1889"/>
                  <a:pt x="4946" y="1899"/>
                  <a:pt x="4974" y="1911"/>
                </a:cubicBezTo>
                <a:cubicBezTo>
                  <a:pt x="4974" y="1911"/>
                  <a:pt x="4974" y="1911"/>
                  <a:pt x="4974" y="1911"/>
                </a:cubicBezTo>
                <a:lnTo>
                  <a:pt x="4974" y="1911"/>
                </a:lnTo>
                <a:cubicBezTo>
                  <a:pt x="4977" y="1912"/>
                  <a:pt x="4979" y="1914"/>
                  <a:pt x="4982" y="1915"/>
                </a:cubicBezTo>
                <a:cubicBezTo>
                  <a:pt x="5000" y="1922"/>
                  <a:pt x="5015" y="1930"/>
                  <a:pt x="5033" y="1938"/>
                </a:cubicBezTo>
                <a:cubicBezTo>
                  <a:pt x="5083" y="1963"/>
                  <a:pt x="5132" y="1990"/>
                  <a:pt x="5179" y="2022"/>
                </a:cubicBezTo>
                <a:cubicBezTo>
                  <a:pt x="5202" y="2036"/>
                  <a:pt x="5224" y="2052"/>
                  <a:pt x="5246" y="2068"/>
                </a:cubicBezTo>
                <a:cubicBezTo>
                  <a:pt x="5249" y="2070"/>
                  <a:pt x="5252" y="2072"/>
                  <a:pt x="5255" y="2074"/>
                </a:cubicBezTo>
                <a:lnTo>
                  <a:pt x="5255" y="2074"/>
                </a:lnTo>
                <a:cubicBezTo>
                  <a:pt x="5266" y="2084"/>
                  <a:pt x="5277" y="2093"/>
                  <a:pt x="5287" y="2101"/>
                </a:cubicBezTo>
                <a:cubicBezTo>
                  <a:pt x="5329" y="2137"/>
                  <a:pt x="5368" y="2176"/>
                  <a:pt x="5405" y="2217"/>
                </a:cubicBezTo>
                <a:cubicBezTo>
                  <a:pt x="5421" y="2234"/>
                  <a:pt x="5437" y="2253"/>
                  <a:pt x="5451" y="2271"/>
                </a:cubicBezTo>
                <a:lnTo>
                  <a:pt x="5451" y="2271"/>
                </a:lnTo>
                <a:cubicBezTo>
                  <a:pt x="5451" y="2270"/>
                  <a:pt x="5451" y="2270"/>
                  <a:pt x="5450" y="2270"/>
                </a:cubicBezTo>
                <a:lnTo>
                  <a:pt x="5450" y="2270"/>
                </a:lnTo>
                <a:cubicBezTo>
                  <a:pt x="5450" y="2270"/>
                  <a:pt x="5454" y="2275"/>
                  <a:pt x="5467" y="2292"/>
                </a:cubicBezTo>
                <a:cubicBezTo>
                  <a:pt x="5463" y="2287"/>
                  <a:pt x="5460" y="2281"/>
                  <a:pt x="5456" y="2276"/>
                </a:cubicBezTo>
                <a:cubicBezTo>
                  <a:pt x="5454" y="2275"/>
                  <a:pt x="5453" y="2273"/>
                  <a:pt x="5451" y="2271"/>
                </a:cubicBezTo>
                <a:lnTo>
                  <a:pt x="5451" y="2271"/>
                </a:lnTo>
                <a:cubicBezTo>
                  <a:pt x="5453" y="2272"/>
                  <a:pt x="5456" y="2276"/>
                  <a:pt x="5459" y="2279"/>
                </a:cubicBezTo>
                <a:cubicBezTo>
                  <a:pt x="5467" y="2292"/>
                  <a:pt x="5477" y="2305"/>
                  <a:pt x="5486" y="2318"/>
                </a:cubicBezTo>
                <a:cubicBezTo>
                  <a:pt x="5518" y="2363"/>
                  <a:pt x="5545" y="2409"/>
                  <a:pt x="5569" y="2456"/>
                </a:cubicBezTo>
                <a:cubicBezTo>
                  <a:pt x="5577" y="2471"/>
                  <a:pt x="5584" y="2485"/>
                  <a:pt x="5590" y="2500"/>
                </a:cubicBezTo>
                <a:cubicBezTo>
                  <a:pt x="5592" y="2504"/>
                  <a:pt x="5595" y="2510"/>
                  <a:pt x="5597" y="2514"/>
                </a:cubicBezTo>
                <a:lnTo>
                  <a:pt x="5598" y="2517"/>
                </a:lnTo>
                <a:lnTo>
                  <a:pt x="5598" y="2517"/>
                </a:lnTo>
                <a:cubicBezTo>
                  <a:pt x="5608" y="2543"/>
                  <a:pt x="5618" y="2568"/>
                  <a:pt x="5627" y="2594"/>
                </a:cubicBezTo>
                <a:cubicBezTo>
                  <a:pt x="5641" y="2642"/>
                  <a:pt x="5654" y="2691"/>
                  <a:pt x="5662" y="2741"/>
                </a:cubicBezTo>
                <a:lnTo>
                  <a:pt x="5662" y="2741"/>
                </a:lnTo>
                <a:cubicBezTo>
                  <a:pt x="5671" y="2810"/>
                  <a:pt x="5671" y="2880"/>
                  <a:pt x="5664" y="2949"/>
                </a:cubicBezTo>
                <a:lnTo>
                  <a:pt x="5664" y="2949"/>
                </a:lnTo>
                <a:cubicBezTo>
                  <a:pt x="5658" y="2986"/>
                  <a:pt x="5650" y="3023"/>
                  <a:pt x="5640" y="3059"/>
                </a:cubicBezTo>
                <a:cubicBezTo>
                  <a:pt x="5634" y="3078"/>
                  <a:pt x="5628" y="3098"/>
                  <a:pt x="5621" y="3117"/>
                </a:cubicBezTo>
                <a:cubicBezTo>
                  <a:pt x="5618" y="3127"/>
                  <a:pt x="5614" y="3137"/>
                  <a:pt x="5611" y="3146"/>
                </a:cubicBezTo>
                <a:cubicBezTo>
                  <a:pt x="5611" y="3146"/>
                  <a:pt x="5611" y="3146"/>
                  <a:pt x="5611" y="3146"/>
                </a:cubicBezTo>
                <a:lnTo>
                  <a:pt x="5611" y="3146"/>
                </a:lnTo>
                <a:cubicBezTo>
                  <a:pt x="5611" y="3146"/>
                  <a:pt x="5610" y="3147"/>
                  <a:pt x="5610" y="3149"/>
                </a:cubicBezTo>
                <a:cubicBezTo>
                  <a:pt x="5592" y="3186"/>
                  <a:pt x="5574" y="3223"/>
                  <a:pt x="5552" y="3259"/>
                </a:cubicBezTo>
                <a:cubicBezTo>
                  <a:pt x="5544" y="3277"/>
                  <a:pt x="5532" y="3292"/>
                  <a:pt x="5522" y="3308"/>
                </a:cubicBezTo>
                <a:cubicBezTo>
                  <a:pt x="5516" y="3317"/>
                  <a:pt x="5510" y="3326"/>
                  <a:pt x="5505" y="3333"/>
                </a:cubicBezTo>
                <a:cubicBezTo>
                  <a:pt x="5499" y="3343"/>
                  <a:pt x="5486" y="3354"/>
                  <a:pt x="5482" y="3364"/>
                </a:cubicBezTo>
                <a:lnTo>
                  <a:pt x="5482" y="3364"/>
                </a:lnTo>
                <a:cubicBezTo>
                  <a:pt x="5482" y="3363"/>
                  <a:pt x="5485" y="3360"/>
                  <a:pt x="5487" y="3357"/>
                </a:cubicBezTo>
                <a:lnTo>
                  <a:pt x="5487" y="3357"/>
                </a:lnTo>
                <a:cubicBezTo>
                  <a:pt x="5486" y="3359"/>
                  <a:pt x="5484" y="3361"/>
                  <a:pt x="5483" y="3363"/>
                </a:cubicBezTo>
                <a:cubicBezTo>
                  <a:pt x="5476" y="3372"/>
                  <a:pt x="5470" y="3379"/>
                  <a:pt x="5463" y="3387"/>
                </a:cubicBezTo>
                <a:cubicBezTo>
                  <a:pt x="5450" y="3402"/>
                  <a:pt x="5436" y="3418"/>
                  <a:pt x="5421" y="3433"/>
                </a:cubicBezTo>
                <a:cubicBezTo>
                  <a:pt x="5391" y="3465"/>
                  <a:pt x="5359" y="3497"/>
                  <a:pt x="5326" y="3526"/>
                </a:cubicBezTo>
                <a:cubicBezTo>
                  <a:pt x="5312" y="3538"/>
                  <a:pt x="5297" y="3551"/>
                  <a:pt x="5282" y="3564"/>
                </a:cubicBezTo>
                <a:cubicBezTo>
                  <a:pt x="5274" y="3572"/>
                  <a:pt x="5266" y="3577"/>
                  <a:pt x="5257" y="3585"/>
                </a:cubicBezTo>
                <a:cubicBezTo>
                  <a:pt x="5253" y="3587"/>
                  <a:pt x="5250" y="3590"/>
                  <a:pt x="5247" y="3593"/>
                </a:cubicBezTo>
                <a:lnTo>
                  <a:pt x="5247" y="3593"/>
                </a:lnTo>
                <a:cubicBezTo>
                  <a:pt x="5215" y="3617"/>
                  <a:pt x="5181" y="3641"/>
                  <a:pt x="5146" y="3664"/>
                </a:cubicBezTo>
                <a:cubicBezTo>
                  <a:pt x="5073" y="3713"/>
                  <a:pt x="4995" y="3756"/>
                  <a:pt x="4916" y="3796"/>
                </a:cubicBezTo>
                <a:cubicBezTo>
                  <a:pt x="4877" y="3816"/>
                  <a:pt x="4837" y="3836"/>
                  <a:pt x="4797" y="3854"/>
                </a:cubicBezTo>
                <a:cubicBezTo>
                  <a:pt x="4779" y="3862"/>
                  <a:pt x="4753" y="3868"/>
                  <a:pt x="4739" y="3880"/>
                </a:cubicBezTo>
                <a:cubicBezTo>
                  <a:pt x="4739" y="3880"/>
                  <a:pt x="4739" y="3880"/>
                  <a:pt x="4739" y="3880"/>
                </a:cubicBezTo>
                <a:cubicBezTo>
                  <a:pt x="4739" y="3880"/>
                  <a:pt x="4742" y="3878"/>
                  <a:pt x="4745" y="3877"/>
                </a:cubicBezTo>
                <a:lnTo>
                  <a:pt x="4745" y="3877"/>
                </a:lnTo>
                <a:cubicBezTo>
                  <a:pt x="4745" y="3877"/>
                  <a:pt x="4744" y="3878"/>
                  <a:pt x="4743" y="3878"/>
                </a:cubicBezTo>
                <a:cubicBezTo>
                  <a:pt x="4730" y="3882"/>
                  <a:pt x="4719" y="3888"/>
                  <a:pt x="4706" y="3892"/>
                </a:cubicBezTo>
                <a:cubicBezTo>
                  <a:pt x="4507" y="3972"/>
                  <a:pt x="4303" y="4036"/>
                  <a:pt x="4096" y="4090"/>
                </a:cubicBezTo>
                <a:cubicBezTo>
                  <a:pt x="3863" y="4149"/>
                  <a:pt x="3627" y="4193"/>
                  <a:pt x="3389" y="4225"/>
                </a:cubicBezTo>
                <a:lnTo>
                  <a:pt x="3430" y="4219"/>
                </a:lnTo>
                <a:lnTo>
                  <a:pt x="3430" y="4219"/>
                </a:lnTo>
                <a:cubicBezTo>
                  <a:pt x="2941" y="4285"/>
                  <a:pt x="2447" y="4301"/>
                  <a:pt x="1954" y="4301"/>
                </a:cubicBezTo>
                <a:cubicBezTo>
                  <a:pt x="1864" y="4301"/>
                  <a:pt x="1774" y="4301"/>
                  <a:pt x="1684" y="4300"/>
                </a:cubicBezTo>
                <a:cubicBezTo>
                  <a:pt x="1520" y="4297"/>
                  <a:pt x="1356" y="4294"/>
                  <a:pt x="1192" y="4291"/>
                </a:cubicBezTo>
                <a:cubicBezTo>
                  <a:pt x="1191" y="4291"/>
                  <a:pt x="1190" y="4291"/>
                  <a:pt x="1190" y="4291"/>
                </a:cubicBezTo>
                <a:cubicBezTo>
                  <a:pt x="1110" y="4291"/>
                  <a:pt x="1034" y="4364"/>
                  <a:pt x="1036" y="4447"/>
                </a:cubicBezTo>
                <a:cubicBezTo>
                  <a:pt x="1041" y="4529"/>
                  <a:pt x="1106" y="4599"/>
                  <a:pt x="1192" y="4602"/>
                </a:cubicBezTo>
                <a:cubicBezTo>
                  <a:pt x="1456" y="4606"/>
                  <a:pt x="1719" y="4611"/>
                  <a:pt x="1983" y="4611"/>
                </a:cubicBezTo>
                <a:cubicBezTo>
                  <a:pt x="2076" y="4611"/>
                  <a:pt x="2168" y="4611"/>
                  <a:pt x="2261" y="4609"/>
                </a:cubicBezTo>
                <a:cubicBezTo>
                  <a:pt x="2615" y="4603"/>
                  <a:pt x="2971" y="4585"/>
                  <a:pt x="3323" y="4543"/>
                </a:cubicBezTo>
                <a:cubicBezTo>
                  <a:pt x="3677" y="4501"/>
                  <a:pt x="4041" y="4435"/>
                  <a:pt x="4389" y="4331"/>
                </a:cubicBezTo>
                <a:cubicBezTo>
                  <a:pt x="4700" y="4238"/>
                  <a:pt x="5013" y="4120"/>
                  <a:pt x="5287" y="3943"/>
                </a:cubicBezTo>
                <a:cubicBezTo>
                  <a:pt x="5415" y="3859"/>
                  <a:pt x="5538" y="3764"/>
                  <a:pt x="5641" y="3652"/>
                </a:cubicBezTo>
                <a:cubicBezTo>
                  <a:pt x="5752" y="3536"/>
                  <a:pt x="5839" y="3403"/>
                  <a:pt x="5900" y="3255"/>
                </a:cubicBezTo>
                <a:cubicBezTo>
                  <a:pt x="6026" y="2954"/>
                  <a:pt x="5991" y="2622"/>
                  <a:pt x="5854" y="2333"/>
                </a:cubicBezTo>
                <a:cubicBezTo>
                  <a:pt x="5716" y="2045"/>
                  <a:pt x="5477" y="1815"/>
                  <a:pt x="5198" y="1675"/>
                </a:cubicBezTo>
                <a:cubicBezTo>
                  <a:pt x="4902" y="1528"/>
                  <a:pt x="4574" y="1469"/>
                  <a:pt x="4246" y="1469"/>
                </a:cubicBezTo>
                <a:cubicBezTo>
                  <a:pt x="4219" y="1469"/>
                  <a:pt x="4193" y="1470"/>
                  <a:pt x="4166" y="1471"/>
                </a:cubicBezTo>
                <a:cubicBezTo>
                  <a:pt x="3818" y="1482"/>
                  <a:pt x="3467" y="1548"/>
                  <a:pt x="3135" y="1650"/>
                </a:cubicBezTo>
                <a:cubicBezTo>
                  <a:pt x="2836" y="1742"/>
                  <a:pt x="2540" y="1868"/>
                  <a:pt x="2265" y="2023"/>
                </a:cubicBezTo>
                <a:lnTo>
                  <a:pt x="2265" y="2023"/>
                </a:lnTo>
                <a:cubicBezTo>
                  <a:pt x="2297" y="1870"/>
                  <a:pt x="2328" y="1716"/>
                  <a:pt x="2359" y="1563"/>
                </a:cubicBezTo>
                <a:cubicBezTo>
                  <a:pt x="2414" y="1286"/>
                  <a:pt x="2463" y="987"/>
                  <a:pt x="2399" y="702"/>
                </a:cubicBezTo>
                <a:cubicBezTo>
                  <a:pt x="2349" y="469"/>
                  <a:pt x="2216" y="253"/>
                  <a:pt x="2019" y="118"/>
                </a:cubicBezTo>
                <a:cubicBezTo>
                  <a:pt x="1905" y="39"/>
                  <a:pt x="1762" y="0"/>
                  <a:pt x="1618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1285920" y="981000"/>
            <a:ext cx="657180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Lexend Exa"/>
                <a:ea typeface="Lexend Exa"/>
              </a:rPr>
              <a:t>Zebra Crossing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subTitle"/>
          </p:nvPr>
        </p:nvSpPr>
        <p:spPr>
          <a:xfrm>
            <a:off x="2171880" y="3828960"/>
            <a:ext cx="4790880" cy="42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Id:0242310005101237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6" name="Google Shape;2751;p35"/>
          <p:cNvGrpSpPr/>
          <p:nvPr/>
        </p:nvGrpSpPr>
        <p:grpSpPr>
          <a:xfrm>
            <a:off x="8524800" y="1706040"/>
            <a:ext cx="563400" cy="427320"/>
            <a:chOff x="8524800" y="1706040"/>
            <a:chExt cx="563400" cy="427320"/>
          </a:xfrm>
        </p:grpSpPr>
        <p:sp>
          <p:nvSpPr>
            <p:cNvPr id="447" name="Google Shape;2752;p35"/>
            <p:cNvSpPr/>
            <p:nvPr/>
          </p:nvSpPr>
          <p:spPr>
            <a:xfrm flipV="1">
              <a:off x="8570520" y="1734120"/>
              <a:ext cx="271440" cy="26244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-360 h 262440"/>
                <a:gd name="textAreaBottom" fmla="*/ 262440 h 262440"/>
              </a:gdLst>
              <a:ahLst/>
              <a:cxnLst/>
              <a:rect l="textAreaLeft" t="textAreaTop" r="textAreaRight" b="textAreaBottom"/>
              <a:pathLst>
                <a:path w="1554" h="1503">
                  <a:moveTo>
                    <a:pt x="979" y="0"/>
                  </a:moveTo>
                  <a:lnTo>
                    <a:pt x="1" y="702"/>
                  </a:lnTo>
                  <a:lnTo>
                    <a:pt x="575" y="1503"/>
                  </a:lnTo>
                  <a:lnTo>
                    <a:pt x="1554" y="800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2753;p35"/>
            <p:cNvSpPr/>
            <p:nvPr/>
          </p:nvSpPr>
          <p:spPr>
            <a:xfrm flipV="1">
              <a:off x="8533800" y="1712160"/>
              <a:ext cx="186840" cy="20628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-360 h 206280"/>
                <a:gd name="textAreaBottom" fmla="*/ 206280 h 206280"/>
              </a:gdLst>
              <a:ahLst/>
              <a:cxnLst/>
              <a:rect l="textAreaLeft" t="textAreaTop" r="textAreaRight" b="textAreaBottom"/>
              <a:pathLst>
                <a:path w="1071" h="1181">
                  <a:moveTo>
                    <a:pt x="210" y="0"/>
                  </a:moveTo>
                  <a:cubicBezTo>
                    <a:pt x="179" y="0"/>
                    <a:pt x="151" y="8"/>
                    <a:pt x="129" y="24"/>
                  </a:cubicBezTo>
                  <a:cubicBezTo>
                    <a:pt x="1" y="115"/>
                    <a:pt x="80" y="443"/>
                    <a:pt x="304" y="757"/>
                  </a:cubicBezTo>
                  <a:cubicBezTo>
                    <a:pt x="489" y="1014"/>
                    <a:pt x="716" y="1181"/>
                    <a:pt x="861" y="1181"/>
                  </a:cubicBezTo>
                  <a:cubicBezTo>
                    <a:pt x="892" y="1181"/>
                    <a:pt x="920" y="1173"/>
                    <a:pt x="942" y="1157"/>
                  </a:cubicBezTo>
                  <a:cubicBezTo>
                    <a:pt x="1070" y="1066"/>
                    <a:pt x="991" y="738"/>
                    <a:pt x="766" y="424"/>
                  </a:cubicBezTo>
                  <a:cubicBezTo>
                    <a:pt x="582" y="167"/>
                    <a:pt x="35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2754;p35"/>
            <p:cNvSpPr/>
            <p:nvPr/>
          </p:nvSpPr>
          <p:spPr>
            <a:xfrm flipV="1">
              <a:off x="8524800" y="1705680"/>
              <a:ext cx="186840" cy="20628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-360 h 206280"/>
                <a:gd name="textAreaBottom" fmla="*/ 206280 h 206280"/>
              </a:gdLst>
              <a:ahLst/>
              <a:cxnLst/>
              <a:rect l="textAreaLeft" t="textAreaTop" r="textAreaRight" b="textAreaBottom"/>
              <a:pathLst>
                <a:path w="1070" h="1182">
                  <a:moveTo>
                    <a:pt x="209" y="1"/>
                  </a:moveTo>
                  <a:cubicBezTo>
                    <a:pt x="177" y="1"/>
                    <a:pt x="149" y="8"/>
                    <a:pt x="127" y="25"/>
                  </a:cubicBezTo>
                  <a:cubicBezTo>
                    <a:pt x="0" y="115"/>
                    <a:pt x="78" y="443"/>
                    <a:pt x="304" y="757"/>
                  </a:cubicBezTo>
                  <a:cubicBezTo>
                    <a:pt x="488" y="1014"/>
                    <a:pt x="714" y="1181"/>
                    <a:pt x="859" y="1181"/>
                  </a:cubicBezTo>
                  <a:cubicBezTo>
                    <a:pt x="891" y="1181"/>
                    <a:pt x="918" y="1174"/>
                    <a:pt x="941" y="1157"/>
                  </a:cubicBezTo>
                  <a:cubicBezTo>
                    <a:pt x="1069" y="1067"/>
                    <a:pt x="990" y="738"/>
                    <a:pt x="766" y="425"/>
                  </a:cubicBezTo>
                  <a:cubicBezTo>
                    <a:pt x="581" y="168"/>
                    <a:pt x="354" y="1"/>
                    <a:pt x="209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2755;p35"/>
            <p:cNvSpPr/>
            <p:nvPr/>
          </p:nvSpPr>
          <p:spPr>
            <a:xfrm flipV="1">
              <a:off x="8655840" y="1812240"/>
              <a:ext cx="326520" cy="30888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360 h 308880"/>
                <a:gd name="textAreaBottom" fmla="*/ 309600 h 308880"/>
              </a:gdLst>
              <a:ahLst/>
              <a:cxnLst/>
              <a:rect l="textAreaLeft" t="textAreaTop" r="textAreaRight" b="textAreaBottom"/>
              <a:pathLst>
                <a:path w="1869" h="1767">
                  <a:moveTo>
                    <a:pt x="582" y="0"/>
                  </a:moveTo>
                  <a:cubicBezTo>
                    <a:pt x="574" y="0"/>
                    <a:pt x="567" y="0"/>
                    <a:pt x="559" y="1"/>
                  </a:cubicBezTo>
                  <a:cubicBezTo>
                    <a:pt x="1" y="368"/>
                    <a:pt x="335" y="792"/>
                    <a:pt x="335" y="792"/>
                  </a:cubicBezTo>
                  <a:cubicBezTo>
                    <a:pt x="961" y="1142"/>
                    <a:pt x="896" y="1607"/>
                    <a:pt x="896" y="1607"/>
                  </a:cubicBezTo>
                  <a:cubicBezTo>
                    <a:pt x="1010" y="1726"/>
                    <a:pt x="1133" y="1766"/>
                    <a:pt x="1248" y="1766"/>
                  </a:cubicBezTo>
                  <a:cubicBezTo>
                    <a:pt x="1497" y="1766"/>
                    <a:pt x="1707" y="1575"/>
                    <a:pt x="1707" y="1575"/>
                  </a:cubicBezTo>
                  <a:lnTo>
                    <a:pt x="1720" y="1558"/>
                  </a:lnTo>
                  <a:cubicBezTo>
                    <a:pt x="1868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2756;p35"/>
            <p:cNvSpPr/>
            <p:nvPr/>
          </p:nvSpPr>
          <p:spPr>
            <a:xfrm flipV="1">
              <a:off x="8876880" y="1973520"/>
              <a:ext cx="211320" cy="15984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360 h 159840"/>
                <a:gd name="textAreaBottom" fmla="*/ 160560 h 159840"/>
              </a:gdLst>
              <a:ahLst/>
              <a:cxnLst/>
              <a:rect l="textAreaLeft" t="textAreaTop" r="textAreaRight" b="textAreaBottom"/>
              <a:pathLst>
                <a:path w="1210" h="916">
                  <a:moveTo>
                    <a:pt x="1209" y="0"/>
                  </a:moveTo>
                  <a:lnTo>
                    <a:pt x="0" y="753"/>
                  </a:lnTo>
                  <a:cubicBezTo>
                    <a:pt x="55" y="787"/>
                    <a:pt x="117" y="915"/>
                    <a:pt x="117" y="915"/>
                  </a:cubicBezTo>
                  <a:lnTo>
                    <a:pt x="120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9920" bIns="799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2757;p35"/>
            <p:cNvSpPr/>
            <p:nvPr/>
          </p:nvSpPr>
          <p:spPr>
            <a:xfrm flipV="1">
              <a:off x="8651160" y="1806480"/>
              <a:ext cx="326160" cy="308520"/>
            </a:xfrm>
            <a:custGeom>
              <a:avLst/>
              <a:gdLst>
                <a:gd name="textAreaLeft" fmla="*/ 0 w 326160"/>
                <a:gd name="textAreaRight" fmla="*/ 326520 w 326160"/>
                <a:gd name="textAreaTop" fmla="*/ -360 h 308520"/>
                <a:gd name="textAreaBottom" fmla="*/ 308520 h 308520"/>
              </a:gdLst>
              <a:ahLst/>
              <a:cxnLst/>
              <a:rect l="textAreaLeft" t="textAreaTop" r="textAreaRight" b="textAreaBottom"/>
              <a:pathLst>
                <a:path w="1867" h="1766">
                  <a:moveTo>
                    <a:pt x="582" y="0"/>
                  </a:moveTo>
                  <a:cubicBezTo>
                    <a:pt x="574" y="0"/>
                    <a:pt x="566" y="1"/>
                    <a:pt x="558" y="1"/>
                  </a:cubicBezTo>
                  <a:cubicBezTo>
                    <a:pt x="0" y="368"/>
                    <a:pt x="332" y="792"/>
                    <a:pt x="332" y="792"/>
                  </a:cubicBezTo>
                  <a:cubicBezTo>
                    <a:pt x="960" y="1142"/>
                    <a:pt x="895" y="1607"/>
                    <a:pt x="895" y="1607"/>
                  </a:cubicBezTo>
                  <a:cubicBezTo>
                    <a:pt x="1009" y="1725"/>
                    <a:pt x="1131" y="1766"/>
                    <a:pt x="1246" y="1766"/>
                  </a:cubicBezTo>
                  <a:cubicBezTo>
                    <a:pt x="1494" y="1766"/>
                    <a:pt x="1705" y="1575"/>
                    <a:pt x="1705" y="1575"/>
                  </a:cubicBezTo>
                  <a:lnTo>
                    <a:pt x="1718" y="1558"/>
                  </a:lnTo>
                  <a:cubicBezTo>
                    <a:pt x="1866" y="1040"/>
                    <a:pt x="1234" y="0"/>
                    <a:pt x="58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2758;p35"/>
            <p:cNvSpPr/>
            <p:nvPr/>
          </p:nvSpPr>
          <p:spPr>
            <a:xfrm flipV="1">
              <a:off x="8709120" y="1834560"/>
              <a:ext cx="105840" cy="14220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-360 h 142200"/>
                <a:gd name="textAreaBottom" fmla="*/ 142200 h 142200"/>
              </a:gdLst>
              <a:ahLst/>
              <a:cxnLst/>
              <a:rect l="textAreaLeft" t="textAreaTop" r="textAreaRight" b="textAreaBottom"/>
              <a:pathLst>
                <a:path w="608" h="816">
                  <a:moveTo>
                    <a:pt x="13" y="1"/>
                  </a:moveTo>
                  <a:cubicBezTo>
                    <a:pt x="9" y="1"/>
                    <a:pt x="5" y="1"/>
                    <a:pt x="0" y="1"/>
                  </a:cubicBezTo>
                  <a:cubicBezTo>
                    <a:pt x="0" y="1"/>
                    <a:pt x="566" y="237"/>
                    <a:pt x="563" y="816"/>
                  </a:cubicBezTo>
                  <a:cubicBezTo>
                    <a:pt x="563" y="816"/>
                    <a:pt x="608" y="776"/>
                    <a:pt x="572" y="529"/>
                  </a:cubicBezTo>
                  <a:cubicBezTo>
                    <a:pt x="538" y="297"/>
                    <a:pt x="216" y="1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2759;p35"/>
            <p:cNvSpPr/>
            <p:nvPr/>
          </p:nvSpPr>
          <p:spPr>
            <a:xfrm flipV="1">
              <a:off x="8548200" y="1838520"/>
              <a:ext cx="56880" cy="5580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-360 h 55800"/>
                <a:gd name="textAreaBottom" fmla="*/ 55800 h 55800"/>
              </a:gdLst>
              <a:ahLst/>
              <a:cxnLst/>
              <a:rect l="textAreaLeft" t="textAreaTop" r="textAreaRight" b="textAreaBottom"/>
              <a:pathLst>
                <a:path w="327" h="321">
                  <a:moveTo>
                    <a:pt x="116" y="1"/>
                  </a:moveTo>
                  <a:cubicBezTo>
                    <a:pt x="92" y="1"/>
                    <a:pt x="68" y="7"/>
                    <a:pt x="45" y="24"/>
                  </a:cubicBezTo>
                  <a:cubicBezTo>
                    <a:pt x="1" y="71"/>
                    <a:pt x="4" y="130"/>
                    <a:pt x="11" y="178"/>
                  </a:cubicBezTo>
                  <a:cubicBezTo>
                    <a:pt x="20" y="228"/>
                    <a:pt x="35" y="276"/>
                    <a:pt x="60" y="320"/>
                  </a:cubicBezTo>
                  <a:cubicBezTo>
                    <a:pt x="53" y="270"/>
                    <a:pt x="44" y="223"/>
                    <a:pt x="43" y="175"/>
                  </a:cubicBezTo>
                  <a:cubicBezTo>
                    <a:pt x="41" y="129"/>
                    <a:pt x="45" y="79"/>
                    <a:pt x="73" y="54"/>
                  </a:cubicBezTo>
                  <a:cubicBezTo>
                    <a:pt x="84" y="43"/>
                    <a:pt x="101" y="39"/>
                    <a:pt x="120" y="39"/>
                  </a:cubicBezTo>
                  <a:cubicBezTo>
                    <a:pt x="142" y="39"/>
                    <a:pt x="168" y="45"/>
                    <a:pt x="192" y="54"/>
                  </a:cubicBezTo>
                  <a:cubicBezTo>
                    <a:pt x="237" y="67"/>
                    <a:pt x="280" y="90"/>
                    <a:pt x="326" y="109"/>
                  </a:cubicBezTo>
                  <a:cubicBezTo>
                    <a:pt x="290" y="76"/>
                    <a:pt x="250" y="46"/>
                    <a:pt x="204" y="24"/>
                  </a:cubicBezTo>
                  <a:cubicBezTo>
                    <a:pt x="179" y="12"/>
                    <a:pt x="148" y="1"/>
                    <a:pt x="11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2760;p35"/>
            <p:cNvSpPr/>
            <p:nvPr/>
          </p:nvSpPr>
          <p:spPr>
            <a:xfrm flipV="1">
              <a:off x="8631000" y="1900800"/>
              <a:ext cx="81360" cy="6300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-360 h 63000"/>
                <a:gd name="textAreaBottom" fmla="*/ 63000 h 63000"/>
              </a:gdLst>
              <a:ahLst/>
              <a:cxnLst/>
              <a:rect l="textAreaLeft" t="textAreaTop" r="textAreaRight" b="textAreaBottom"/>
              <a:pathLst>
                <a:path w="467" h="363">
                  <a:moveTo>
                    <a:pt x="467" y="0"/>
                  </a:moveTo>
                  <a:lnTo>
                    <a:pt x="467" y="0"/>
                  </a:lnTo>
                  <a:cubicBezTo>
                    <a:pt x="377" y="46"/>
                    <a:pt x="300" y="107"/>
                    <a:pt x="220" y="164"/>
                  </a:cubicBezTo>
                  <a:cubicBezTo>
                    <a:pt x="144" y="228"/>
                    <a:pt x="67" y="288"/>
                    <a:pt x="0" y="363"/>
                  </a:cubicBezTo>
                  <a:cubicBezTo>
                    <a:pt x="88" y="315"/>
                    <a:pt x="167" y="256"/>
                    <a:pt x="246" y="197"/>
                  </a:cubicBezTo>
                  <a:cubicBezTo>
                    <a:pt x="323" y="136"/>
                    <a:pt x="399" y="74"/>
                    <a:pt x="467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2761;p35"/>
            <p:cNvSpPr/>
            <p:nvPr/>
          </p:nvSpPr>
          <p:spPr>
            <a:xfrm flipV="1">
              <a:off x="8702280" y="1985760"/>
              <a:ext cx="55080" cy="11700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-360 h 117000"/>
                <a:gd name="textAreaBottom" fmla="*/ 117000 h 117000"/>
              </a:gdLst>
              <a:ahLst/>
              <a:cxnLst/>
              <a:rect l="textAreaLeft" t="textAreaTop" r="textAreaRight" b="textAreaBottom"/>
              <a:pathLst>
                <a:path w="316" h="670">
                  <a:moveTo>
                    <a:pt x="316" y="0"/>
                  </a:moveTo>
                  <a:lnTo>
                    <a:pt x="316" y="0"/>
                  </a:lnTo>
                  <a:cubicBezTo>
                    <a:pt x="255" y="34"/>
                    <a:pt x="202" y="75"/>
                    <a:pt x="155" y="123"/>
                  </a:cubicBezTo>
                  <a:cubicBezTo>
                    <a:pt x="107" y="172"/>
                    <a:pt x="65" y="228"/>
                    <a:pt x="38" y="291"/>
                  </a:cubicBezTo>
                  <a:cubicBezTo>
                    <a:pt x="12" y="356"/>
                    <a:pt x="1" y="429"/>
                    <a:pt x="16" y="498"/>
                  </a:cubicBezTo>
                  <a:cubicBezTo>
                    <a:pt x="31" y="567"/>
                    <a:pt x="77" y="624"/>
                    <a:pt x="124" y="670"/>
                  </a:cubicBezTo>
                  <a:cubicBezTo>
                    <a:pt x="90" y="612"/>
                    <a:pt x="54" y="556"/>
                    <a:pt x="48" y="493"/>
                  </a:cubicBezTo>
                  <a:cubicBezTo>
                    <a:pt x="39" y="429"/>
                    <a:pt x="49" y="366"/>
                    <a:pt x="75" y="308"/>
                  </a:cubicBezTo>
                  <a:cubicBezTo>
                    <a:pt x="98" y="248"/>
                    <a:pt x="137" y="196"/>
                    <a:pt x="179" y="144"/>
                  </a:cubicBezTo>
                  <a:cubicBezTo>
                    <a:pt x="219" y="94"/>
                    <a:pt x="265" y="46"/>
                    <a:pt x="316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2762;p35"/>
            <p:cNvSpPr/>
            <p:nvPr/>
          </p:nvSpPr>
          <p:spPr>
            <a:xfrm flipV="1">
              <a:off x="8731440" y="1753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15" h="24">
                  <a:moveTo>
                    <a:pt x="15" y="1"/>
                  </a:moveTo>
                  <a:cubicBezTo>
                    <a:pt x="0" y="3"/>
                    <a:pt x="3" y="12"/>
                    <a:pt x="10" y="24"/>
                  </a:cubicBezTo>
                  <a:cubicBezTo>
                    <a:pt x="12" y="16"/>
                    <a:pt x="12" y="8"/>
                    <a:pt x="15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2763;p35"/>
            <p:cNvSpPr/>
            <p:nvPr/>
          </p:nvSpPr>
          <p:spPr>
            <a:xfrm flipV="1">
              <a:off x="8762760" y="181548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19" h="69">
                  <a:moveTo>
                    <a:pt x="19" y="1"/>
                  </a:moveTo>
                  <a:cubicBezTo>
                    <a:pt x="19" y="2"/>
                    <a:pt x="19" y="3"/>
                    <a:pt x="19" y="4"/>
                  </a:cubicBezTo>
                  <a:lnTo>
                    <a:pt x="19" y="4"/>
                  </a:lnTo>
                  <a:cubicBezTo>
                    <a:pt x="19" y="3"/>
                    <a:pt x="19" y="2"/>
                    <a:pt x="19" y="1"/>
                  </a:cubicBezTo>
                  <a:close/>
                  <a:moveTo>
                    <a:pt x="19" y="4"/>
                  </a:moveTo>
                  <a:cubicBezTo>
                    <a:pt x="17" y="21"/>
                    <a:pt x="7" y="45"/>
                    <a:pt x="0" y="68"/>
                  </a:cubicBezTo>
                  <a:cubicBezTo>
                    <a:pt x="11" y="60"/>
                    <a:pt x="17" y="41"/>
                    <a:pt x="19" y="4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2764;p35"/>
            <p:cNvSpPr/>
            <p:nvPr/>
          </p:nvSpPr>
          <p:spPr>
            <a:xfrm flipV="1">
              <a:off x="8849520" y="170640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360 h 720"/>
                <a:gd name="textAreaBottom" fmla="*/ 1440 h 720"/>
              </a:gdLst>
              <a:ahLst/>
              <a:cxnLst/>
              <a:rect l="textAreaLeft" t="textAreaTop" r="textAreaRight" b="textAreaBottom"/>
              <a:pathLst>
                <a:path w="38" h="41">
                  <a:moveTo>
                    <a:pt x="23" y="1"/>
                  </a:moveTo>
                  <a:cubicBezTo>
                    <a:pt x="5" y="29"/>
                    <a:pt x="0" y="40"/>
                    <a:pt x="3" y="40"/>
                  </a:cubicBezTo>
                  <a:cubicBezTo>
                    <a:pt x="7" y="40"/>
                    <a:pt x="21" y="27"/>
                    <a:pt x="37" y="7"/>
                  </a:cubicBezTo>
                  <a:cubicBezTo>
                    <a:pt x="33" y="5"/>
                    <a:pt x="28" y="4"/>
                    <a:pt x="23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2765;p35"/>
            <p:cNvSpPr/>
            <p:nvPr/>
          </p:nvSpPr>
          <p:spPr>
            <a:xfrm flipV="1">
              <a:off x="8770680" y="1823040"/>
              <a:ext cx="2520" cy="10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-360 h 1080"/>
                <a:gd name="textAreaBottom" fmla="*/ 1080 h 1080"/>
              </a:gdLst>
              <a:ahLst/>
              <a:cxnLst/>
              <a:rect l="textAreaLeft" t="textAreaTop" r="textAreaRight" b="textAreaBottom"/>
              <a:pathLst>
                <a:path w="98" h="42">
                  <a:moveTo>
                    <a:pt x="1" y="1"/>
                  </a:moveTo>
                  <a:lnTo>
                    <a:pt x="15" y="41"/>
                  </a:lnTo>
                  <a:cubicBezTo>
                    <a:pt x="28" y="35"/>
                    <a:pt x="43" y="30"/>
                    <a:pt x="56" y="24"/>
                  </a:cubicBezTo>
                  <a:lnTo>
                    <a:pt x="97" y="11"/>
                  </a:lnTo>
                  <a:cubicBezTo>
                    <a:pt x="66" y="7"/>
                    <a:pt x="33" y="4"/>
                    <a:pt x="1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2766;p35"/>
            <p:cNvSpPr/>
            <p:nvPr/>
          </p:nvSpPr>
          <p:spPr>
            <a:xfrm flipV="1">
              <a:off x="8768520" y="1828080"/>
              <a:ext cx="3960" cy="360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360 h 3600"/>
                <a:gd name="textAreaBottom" fmla="*/ 4320 h 3600"/>
              </a:gdLst>
              <a:ahLst/>
              <a:cxnLst/>
              <a:rect l="textAreaLeft" t="textAreaTop" r="textAreaRight" b="textAreaBottom"/>
              <a:pathLst>
                <a:path w="142" h="126">
                  <a:moveTo>
                    <a:pt x="51" y="1"/>
                  </a:moveTo>
                  <a:cubicBezTo>
                    <a:pt x="47" y="17"/>
                    <a:pt x="40" y="46"/>
                    <a:pt x="13" y="46"/>
                  </a:cubicBezTo>
                  <a:cubicBezTo>
                    <a:pt x="9" y="46"/>
                    <a:pt x="5" y="45"/>
                    <a:pt x="1" y="44"/>
                  </a:cubicBezTo>
                  <a:lnTo>
                    <a:pt x="1" y="44"/>
                  </a:lnTo>
                  <a:cubicBezTo>
                    <a:pt x="48" y="70"/>
                    <a:pt x="96" y="98"/>
                    <a:pt x="142" y="126"/>
                  </a:cubicBezTo>
                  <a:cubicBezTo>
                    <a:pt x="111" y="85"/>
                    <a:pt x="81" y="44"/>
                    <a:pt x="51" y="1"/>
                  </a:cubicBezTo>
                  <a:close/>
                </a:path>
              </a:pathLst>
            </a:custGeom>
            <a:solidFill>
              <a:srgbClr val="6DD7D0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2" name="Google Shape;2767;p35"/>
          <p:cNvGrpSpPr/>
          <p:nvPr/>
        </p:nvGrpSpPr>
        <p:grpSpPr>
          <a:xfrm>
            <a:off x="-353880" y="1873440"/>
            <a:ext cx="916560" cy="1568880"/>
            <a:chOff x="-353880" y="1873440"/>
            <a:chExt cx="916560" cy="1568880"/>
          </a:xfrm>
        </p:grpSpPr>
        <p:sp>
          <p:nvSpPr>
            <p:cNvPr id="463" name="Google Shape;2768;p35"/>
            <p:cNvSpPr/>
            <p:nvPr/>
          </p:nvSpPr>
          <p:spPr>
            <a:xfrm rot="10432800" flipV="1">
              <a:off x="-321840" y="2891880"/>
              <a:ext cx="752400" cy="496440"/>
            </a:xfrm>
            <a:custGeom>
              <a:avLst/>
              <a:gdLst>
                <a:gd name="textAreaLeft" fmla="*/ 0 w 752400"/>
                <a:gd name="textAreaRight" fmla="*/ 752760 w 752400"/>
                <a:gd name="textAreaTop" fmla="*/ -360 h 496440"/>
                <a:gd name="textAreaBottom" fmla="*/ 496440 h 496440"/>
              </a:gdLst>
              <a:ahLst/>
              <a:cxnLst/>
              <a:rect l="textAreaLeft" t="textAreaTop" r="textAreaRight" b="textAreaBottom"/>
              <a:pathLst>
                <a:path w="3862" h="2549">
                  <a:moveTo>
                    <a:pt x="3148" y="1"/>
                  </a:moveTo>
                  <a:cubicBezTo>
                    <a:pt x="3054" y="1"/>
                    <a:pt x="2964" y="19"/>
                    <a:pt x="2886" y="53"/>
                  </a:cubicBezTo>
                  <a:lnTo>
                    <a:pt x="979" y="904"/>
                  </a:lnTo>
                  <a:lnTo>
                    <a:pt x="1043" y="1045"/>
                  </a:lnTo>
                  <a:lnTo>
                    <a:pt x="2949" y="196"/>
                  </a:lnTo>
                  <a:cubicBezTo>
                    <a:pt x="3018" y="165"/>
                    <a:pt x="3086" y="152"/>
                    <a:pt x="3151" y="152"/>
                  </a:cubicBezTo>
                  <a:cubicBezTo>
                    <a:pt x="3362" y="152"/>
                    <a:pt x="3538" y="292"/>
                    <a:pt x="3608" y="413"/>
                  </a:cubicBezTo>
                  <a:cubicBezTo>
                    <a:pt x="3689" y="550"/>
                    <a:pt x="3687" y="730"/>
                    <a:pt x="3659" y="810"/>
                  </a:cubicBezTo>
                  <a:cubicBezTo>
                    <a:pt x="3616" y="934"/>
                    <a:pt x="3513" y="1043"/>
                    <a:pt x="3392" y="1097"/>
                  </a:cubicBezTo>
                  <a:lnTo>
                    <a:pt x="706" y="2369"/>
                  </a:lnTo>
                  <a:cubicBezTo>
                    <a:pt x="668" y="2385"/>
                    <a:pt x="628" y="2393"/>
                    <a:pt x="588" y="2393"/>
                  </a:cubicBezTo>
                  <a:cubicBezTo>
                    <a:pt x="440" y="2393"/>
                    <a:pt x="289" y="2291"/>
                    <a:pt x="221" y="2164"/>
                  </a:cubicBezTo>
                  <a:cubicBezTo>
                    <a:pt x="176" y="2081"/>
                    <a:pt x="170" y="1983"/>
                    <a:pt x="205" y="1890"/>
                  </a:cubicBezTo>
                  <a:cubicBezTo>
                    <a:pt x="241" y="1793"/>
                    <a:pt x="319" y="1713"/>
                    <a:pt x="418" y="1668"/>
                  </a:cubicBezTo>
                  <a:lnTo>
                    <a:pt x="2315" y="828"/>
                  </a:lnTo>
                  <a:cubicBezTo>
                    <a:pt x="2391" y="793"/>
                    <a:pt x="2450" y="776"/>
                    <a:pt x="2496" y="776"/>
                  </a:cubicBezTo>
                  <a:cubicBezTo>
                    <a:pt x="2562" y="776"/>
                    <a:pt x="2604" y="811"/>
                    <a:pt x="2641" y="884"/>
                  </a:cubicBezTo>
                  <a:cubicBezTo>
                    <a:pt x="2669" y="935"/>
                    <a:pt x="2672" y="993"/>
                    <a:pt x="2651" y="1043"/>
                  </a:cubicBezTo>
                  <a:cubicBezTo>
                    <a:pt x="2630" y="1099"/>
                    <a:pt x="2581" y="1146"/>
                    <a:pt x="2510" y="1177"/>
                  </a:cubicBezTo>
                  <a:lnTo>
                    <a:pt x="1073" y="1813"/>
                  </a:lnTo>
                  <a:lnTo>
                    <a:pt x="1136" y="1956"/>
                  </a:lnTo>
                  <a:lnTo>
                    <a:pt x="2574" y="1320"/>
                  </a:lnTo>
                  <a:cubicBezTo>
                    <a:pt x="2684" y="1269"/>
                    <a:pt x="2766" y="1189"/>
                    <a:pt x="2804" y="1092"/>
                  </a:cubicBezTo>
                  <a:cubicBezTo>
                    <a:pt x="2840" y="1000"/>
                    <a:pt x="2834" y="901"/>
                    <a:pt x="2788" y="810"/>
                  </a:cubicBezTo>
                  <a:cubicBezTo>
                    <a:pt x="2713" y="662"/>
                    <a:pt x="2606" y="619"/>
                    <a:pt x="2504" y="619"/>
                  </a:cubicBezTo>
                  <a:cubicBezTo>
                    <a:pt x="2401" y="619"/>
                    <a:pt x="2305" y="662"/>
                    <a:pt x="2251" y="685"/>
                  </a:cubicBezTo>
                  <a:lnTo>
                    <a:pt x="355" y="1527"/>
                  </a:lnTo>
                  <a:cubicBezTo>
                    <a:pt x="215" y="1589"/>
                    <a:pt x="104" y="1704"/>
                    <a:pt x="52" y="1842"/>
                  </a:cubicBezTo>
                  <a:cubicBezTo>
                    <a:pt x="1" y="1976"/>
                    <a:pt x="9" y="2118"/>
                    <a:pt x="76" y="2242"/>
                  </a:cubicBezTo>
                  <a:cubicBezTo>
                    <a:pt x="170" y="2420"/>
                    <a:pt x="376" y="2549"/>
                    <a:pt x="583" y="2549"/>
                  </a:cubicBezTo>
                  <a:cubicBezTo>
                    <a:pt x="646" y="2549"/>
                    <a:pt x="710" y="2537"/>
                    <a:pt x="771" y="2510"/>
                  </a:cubicBezTo>
                  <a:lnTo>
                    <a:pt x="3457" y="1238"/>
                  </a:lnTo>
                  <a:cubicBezTo>
                    <a:pt x="3618" y="1166"/>
                    <a:pt x="3755" y="1019"/>
                    <a:pt x="3813" y="855"/>
                  </a:cubicBezTo>
                  <a:cubicBezTo>
                    <a:pt x="3862" y="718"/>
                    <a:pt x="3841" y="522"/>
                    <a:pt x="3782" y="391"/>
                  </a:cubicBezTo>
                  <a:cubicBezTo>
                    <a:pt x="3774" y="371"/>
                    <a:pt x="3762" y="351"/>
                    <a:pt x="3751" y="331"/>
                  </a:cubicBezTo>
                  <a:cubicBezTo>
                    <a:pt x="3619" y="105"/>
                    <a:pt x="3374" y="1"/>
                    <a:pt x="3148" y="1"/>
                  </a:cubicBezTo>
                  <a:close/>
                </a:path>
              </a:pathLst>
            </a:custGeom>
            <a:solidFill>
              <a:schemeClr val="dk1"/>
            </a:solidFill>
            <a:ln w="22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2769;p35"/>
            <p:cNvSpPr/>
            <p:nvPr/>
          </p:nvSpPr>
          <p:spPr>
            <a:xfrm rot="10432800" flipV="1">
              <a:off x="-329400" y="2907000"/>
              <a:ext cx="752400" cy="496440"/>
            </a:xfrm>
            <a:custGeom>
              <a:avLst/>
              <a:gdLst>
                <a:gd name="textAreaLeft" fmla="*/ 0 w 752400"/>
                <a:gd name="textAreaRight" fmla="*/ 752760 w 752400"/>
                <a:gd name="textAreaTop" fmla="*/ -360 h 496440"/>
                <a:gd name="textAreaBottom" fmla="*/ 496440 h 496440"/>
              </a:gdLst>
              <a:ahLst/>
              <a:cxnLst/>
              <a:rect l="textAreaLeft" t="textAreaTop" r="textAreaRight" b="textAreaBottom"/>
              <a:pathLst>
                <a:path w="3862" h="2549">
                  <a:moveTo>
                    <a:pt x="3148" y="1"/>
                  </a:moveTo>
                  <a:cubicBezTo>
                    <a:pt x="3054" y="1"/>
                    <a:pt x="2964" y="19"/>
                    <a:pt x="2886" y="53"/>
                  </a:cubicBezTo>
                  <a:lnTo>
                    <a:pt x="979" y="904"/>
                  </a:lnTo>
                  <a:lnTo>
                    <a:pt x="1043" y="1045"/>
                  </a:lnTo>
                  <a:lnTo>
                    <a:pt x="2949" y="196"/>
                  </a:lnTo>
                  <a:cubicBezTo>
                    <a:pt x="3018" y="165"/>
                    <a:pt x="3086" y="152"/>
                    <a:pt x="3150" y="152"/>
                  </a:cubicBezTo>
                  <a:cubicBezTo>
                    <a:pt x="3361" y="152"/>
                    <a:pt x="3538" y="291"/>
                    <a:pt x="3608" y="412"/>
                  </a:cubicBezTo>
                  <a:cubicBezTo>
                    <a:pt x="3689" y="550"/>
                    <a:pt x="3688" y="730"/>
                    <a:pt x="3659" y="809"/>
                  </a:cubicBezTo>
                  <a:cubicBezTo>
                    <a:pt x="3614" y="933"/>
                    <a:pt x="3513" y="1043"/>
                    <a:pt x="3393" y="1097"/>
                  </a:cubicBezTo>
                  <a:lnTo>
                    <a:pt x="706" y="2369"/>
                  </a:lnTo>
                  <a:cubicBezTo>
                    <a:pt x="668" y="2385"/>
                    <a:pt x="628" y="2393"/>
                    <a:pt x="588" y="2393"/>
                  </a:cubicBezTo>
                  <a:cubicBezTo>
                    <a:pt x="440" y="2393"/>
                    <a:pt x="289" y="2291"/>
                    <a:pt x="221" y="2164"/>
                  </a:cubicBezTo>
                  <a:cubicBezTo>
                    <a:pt x="175" y="2079"/>
                    <a:pt x="169" y="1983"/>
                    <a:pt x="205" y="1889"/>
                  </a:cubicBezTo>
                  <a:cubicBezTo>
                    <a:pt x="241" y="1793"/>
                    <a:pt x="319" y="1712"/>
                    <a:pt x="418" y="1668"/>
                  </a:cubicBezTo>
                  <a:lnTo>
                    <a:pt x="2315" y="827"/>
                  </a:lnTo>
                  <a:cubicBezTo>
                    <a:pt x="2391" y="793"/>
                    <a:pt x="2450" y="776"/>
                    <a:pt x="2496" y="776"/>
                  </a:cubicBezTo>
                  <a:cubicBezTo>
                    <a:pt x="2562" y="776"/>
                    <a:pt x="2604" y="810"/>
                    <a:pt x="2641" y="884"/>
                  </a:cubicBezTo>
                  <a:cubicBezTo>
                    <a:pt x="2669" y="935"/>
                    <a:pt x="2672" y="992"/>
                    <a:pt x="2651" y="1043"/>
                  </a:cubicBezTo>
                  <a:cubicBezTo>
                    <a:pt x="2630" y="1099"/>
                    <a:pt x="2581" y="1145"/>
                    <a:pt x="2510" y="1177"/>
                  </a:cubicBezTo>
                  <a:lnTo>
                    <a:pt x="1073" y="1813"/>
                  </a:lnTo>
                  <a:lnTo>
                    <a:pt x="1135" y="1956"/>
                  </a:lnTo>
                  <a:lnTo>
                    <a:pt x="2572" y="1320"/>
                  </a:lnTo>
                  <a:cubicBezTo>
                    <a:pt x="2685" y="1269"/>
                    <a:pt x="2767" y="1189"/>
                    <a:pt x="2804" y="1092"/>
                  </a:cubicBezTo>
                  <a:cubicBezTo>
                    <a:pt x="2840" y="1000"/>
                    <a:pt x="2834" y="899"/>
                    <a:pt x="2788" y="810"/>
                  </a:cubicBezTo>
                  <a:cubicBezTo>
                    <a:pt x="2713" y="662"/>
                    <a:pt x="2605" y="619"/>
                    <a:pt x="2503" y="619"/>
                  </a:cubicBezTo>
                  <a:cubicBezTo>
                    <a:pt x="2401" y="619"/>
                    <a:pt x="2304" y="662"/>
                    <a:pt x="2251" y="685"/>
                  </a:cubicBezTo>
                  <a:lnTo>
                    <a:pt x="355" y="1527"/>
                  </a:lnTo>
                  <a:cubicBezTo>
                    <a:pt x="214" y="1589"/>
                    <a:pt x="104" y="1704"/>
                    <a:pt x="53" y="1842"/>
                  </a:cubicBezTo>
                  <a:cubicBezTo>
                    <a:pt x="1" y="1976"/>
                    <a:pt x="9" y="2118"/>
                    <a:pt x="76" y="2241"/>
                  </a:cubicBezTo>
                  <a:cubicBezTo>
                    <a:pt x="170" y="2420"/>
                    <a:pt x="377" y="2549"/>
                    <a:pt x="583" y="2549"/>
                  </a:cubicBezTo>
                  <a:cubicBezTo>
                    <a:pt x="647" y="2549"/>
                    <a:pt x="710" y="2536"/>
                    <a:pt x="771" y="2510"/>
                  </a:cubicBezTo>
                  <a:lnTo>
                    <a:pt x="3457" y="1238"/>
                  </a:lnTo>
                  <a:cubicBezTo>
                    <a:pt x="3618" y="1166"/>
                    <a:pt x="3754" y="1019"/>
                    <a:pt x="3813" y="855"/>
                  </a:cubicBezTo>
                  <a:cubicBezTo>
                    <a:pt x="3862" y="717"/>
                    <a:pt x="3840" y="522"/>
                    <a:pt x="3783" y="391"/>
                  </a:cubicBezTo>
                  <a:cubicBezTo>
                    <a:pt x="3774" y="371"/>
                    <a:pt x="3762" y="351"/>
                    <a:pt x="3751" y="331"/>
                  </a:cubicBezTo>
                  <a:cubicBezTo>
                    <a:pt x="3619" y="105"/>
                    <a:pt x="3374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 w="2225">
              <a:solidFill>
                <a:srgbClr val="0054FF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2770;p35"/>
            <p:cNvSpPr/>
            <p:nvPr/>
          </p:nvSpPr>
          <p:spPr>
            <a:xfrm rot="10432800" flipV="1">
              <a:off x="-318960" y="2940120"/>
              <a:ext cx="225000" cy="6372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-360 h 63720"/>
                <a:gd name="textAreaBottom" fmla="*/ 63720 h 63720"/>
              </a:gdLst>
              <a:ahLst/>
              <a:cxnLst/>
              <a:rect l="textAreaLeft" t="textAreaTop" r="textAreaRight" b="textAreaBottom"/>
              <a:pathLst>
                <a:path w="1156" h="329">
                  <a:moveTo>
                    <a:pt x="595" y="1"/>
                  </a:moveTo>
                  <a:cubicBezTo>
                    <a:pt x="487" y="1"/>
                    <a:pt x="383" y="28"/>
                    <a:pt x="284" y="64"/>
                  </a:cubicBezTo>
                  <a:cubicBezTo>
                    <a:pt x="233" y="87"/>
                    <a:pt x="185" y="112"/>
                    <a:pt x="136" y="136"/>
                  </a:cubicBezTo>
                  <a:cubicBezTo>
                    <a:pt x="91" y="166"/>
                    <a:pt x="45" y="195"/>
                    <a:pt x="0" y="228"/>
                  </a:cubicBezTo>
                  <a:cubicBezTo>
                    <a:pt x="52" y="208"/>
                    <a:pt x="101" y="186"/>
                    <a:pt x="150" y="165"/>
                  </a:cubicBezTo>
                  <a:cubicBezTo>
                    <a:pt x="200" y="148"/>
                    <a:pt x="251" y="129"/>
                    <a:pt x="301" y="113"/>
                  </a:cubicBezTo>
                  <a:cubicBezTo>
                    <a:pt x="396" y="90"/>
                    <a:pt x="490" y="66"/>
                    <a:pt x="586" y="66"/>
                  </a:cubicBezTo>
                  <a:cubicBezTo>
                    <a:pt x="594" y="66"/>
                    <a:pt x="601" y="67"/>
                    <a:pt x="609" y="67"/>
                  </a:cubicBezTo>
                  <a:cubicBezTo>
                    <a:pt x="815" y="68"/>
                    <a:pt x="1018" y="162"/>
                    <a:pt x="1156" y="329"/>
                  </a:cubicBezTo>
                  <a:cubicBezTo>
                    <a:pt x="1110" y="231"/>
                    <a:pt x="1028" y="149"/>
                    <a:pt x="933" y="91"/>
                  </a:cubicBezTo>
                  <a:cubicBezTo>
                    <a:pt x="836" y="32"/>
                    <a:pt x="723" y="4"/>
                    <a:pt x="611" y="1"/>
                  </a:cubicBezTo>
                  <a:cubicBezTo>
                    <a:pt x="605" y="1"/>
                    <a:pt x="600" y="1"/>
                    <a:pt x="595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2771;p35"/>
            <p:cNvSpPr/>
            <p:nvPr/>
          </p:nvSpPr>
          <p:spPr>
            <a:xfrm rot="10432800" flipV="1">
              <a:off x="275400" y="3294360"/>
              <a:ext cx="148680" cy="6804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-360 h 68040"/>
                <a:gd name="textAreaBottom" fmla="*/ 68040 h 68040"/>
              </a:gdLst>
              <a:ahLst/>
              <a:cxnLst/>
              <a:rect l="textAreaLeft" t="textAreaTop" r="textAreaRight" b="textAreaBottom"/>
              <a:pathLst>
                <a:path w="765" h="351">
                  <a:moveTo>
                    <a:pt x="0" y="1"/>
                  </a:moveTo>
                  <a:cubicBezTo>
                    <a:pt x="20" y="74"/>
                    <a:pt x="62" y="143"/>
                    <a:pt x="115" y="202"/>
                  </a:cubicBezTo>
                  <a:cubicBezTo>
                    <a:pt x="169" y="261"/>
                    <a:pt x="239" y="307"/>
                    <a:pt x="317" y="330"/>
                  </a:cubicBezTo>
                  <a:cubicBezTo>
                    <a:pt x="360" y="343"/>
                    <a:pt x="406" y="350"/>
                    <a:pt x="452" y="350"/>
                  </a:cubicBezTo>
                  <a:cubicBezTo>
                    <a:pt x="487" y="350"/>
                    <a:pt x="522" y="346"/>
                    <a:pt x="556" y="335"/>
                  </a:cubicBezTo>
                  <a:cubicBezTo>
                    <a:pt x="594" y="329"/>
                    <a:pt x="630" y="309"/>
                    <a:pt x="666" y="296"/>
                  </a:cubicBezTo>
                  <a:cubicBezTo>
                    <a:pt x="700" y="276"/>
                    <a:pt x="733" y="256"/>
                    <a:pt x="764" y="234"/>
                  </a:cubicBezTo>
                  <a:lnTo>
                    <a:pt x="764" y="234"/>
                  </a:lnTo>
                  <a:cubicBezTo>
                    <a:pt x="689" y="254"/>
                    <a:pt x="619" y="279"/>
                    <a:pt x="547" y="286"/>
                  </a:cubicBezTo>
                  <a:cubicBezTo>
                    <a:pt x="526" y="289"/>
                    <a:pt x="505" y="290"/>
                    <a:pt x="485" y="290"/>
                  </a:cubicBezTo>
                  <a:cubicBezTo>
                    <a:pt x="434" y="290"/>
                    <a:pt x="384" y="282"/>
                    <a:pt x="335" y="269"/>
                  </a:cubicBezTo>
                  <a:cubicBezTo>
                    <a:pt x="200" y="228"/>
                    <a:pt x="89" y="123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2772;p35"/>
            <p:cNvSpPr/>
            <p:nvPr/>
          </p:nvSpPr>
          <p:spPr>
            <a:xfrm rot="10432800" flipV="1">
              <a:off x="-235800" y="3150000"/>
              <a:ext cx="276840" cy="133200"/>
            </a:xfrm>
            <a:custGeom>
              <a:avLst/>
              <a:gdLst>
                <a:gd name="textAreaLeft" fmla="*/ 0 w 276840"/>
                <a:gd name="textAreaRight" fmla="*/ 277200 w 276840"/>
                <a:gd name="textAreaTop" fmla="*/ 360 h 133200"/>
                <a:gd name="textAreaBottom" fmla="*/ 133920 h 133200"/>
              </a:gdLst>
              <a:ahLst/>
              <a:cxnLst/>
              <a:rect l="textAreaLeft" t="textAreaTop" r="textAreaRight" b="textAreaBottom"/>
              <a:pathLst>
                <a:path w="1423" h="686">
                  <a:moveTo>
                    <a:pt x="1422" y="1"/>
                  </a:moveTo>
                  <a:cubicBezTo>
                    <a:pt x="1297" y="45"/>
                    <a:pt x="1176" y="97"/>
                    <a:pt x="1055" y="149"/>
                  </a:cubicBezTo>
                  <a:cubicBezTo>
                    <a:pt x="934" y="201"/>
                    <a:pt x="815" y="257"/>
                    <a:pt x="697" y="313"/>
                  </a:cubicBezTo>
                  <a:cubicBezTo>
                    <a:pt x="579" y="372"/>
                    <a:pt x="461" y="429"/>
                    <a:pt x="344" y="491"/>
                  </a:cubicBezTo>
                  <a:cubicBezTo>
                    <a:pt x="228" y="553"/>
                    <a:pt x="113" y="617"/>
                    <a:pt x="0" y="686"/>
                  </a:cubicBezTo>
                  <a:cubicBezTo>
                    <a:pt x="124" y="641"/>
                    <a:pt x="247" y="589"/>
                    <a:pt x="367" y="537"/>
                  </a:cubicBezTo>
                  <a:cubicBezTo>
                    <a:pt x="488" y="486"/>
                    <a:pt x="606" y="429"/>
                    <a:pt x="726" y="373"/>
                  </a:cubicBezTo>
                  <a:cubicBezTo>
                    <a:pt x="844" y="316"/>
                    <a:pt x="962" y="258"/>
                    <a:pt x="1077" y="195"/>
                  </a:cubicBezTo>
                  <a:cubicBezTo>
                    <a:pt x="1193" y="133"/>
                    <a:pt x="1310" y="71"/>
                    <a:pt x="142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2773;p35"/>
            <p:cNvSpPr/>
            <p:nvPr/>
          </p:nvSpPr>
          <p:spPr>
            <a:xfrm rot="10432800" flipV="1">
              <a:off x="-21600" y="3041280"/>
              <a:ext cx="369720" cy="16416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360 h 164160"/>
                <a:gd name="textAreaBottom" fmla="*/ 164880 h 164160"/>
              </a:gdLst>
              <a:ahLst/>
              <a:cxnLst/>
              <a:rect l="textAreaLeft" t="textAreaTop" r="textAreaRight" b="textAreaBottom"/>
              <a:pathLst>
                <a:path w="1898" h="843">
                  <a:moveTo>
                    <a:pt x="1898" y="1"/>
                  </a:moveTo>
                  <a:lnTo>
                    <a:pt x="1898" y="1"/>
                  </a:lnTo>
                  <a:cubicBezTo>
                    <a:pt x="1734" y="58"/>
                    <a:pt x="1572" y="123"/>
                    <a:pt x="1413" y="188"/>
                  </a:cubicBezTo>
                  <a:cubicBezTo>
                    <a:pt x="1253" y="254"/>
                    <a:pt x="1095" y="324"/>
                    <a:pt x="935" y="390"/>
                  </a:cubicBezTo>
                  <a:cubicBezTo>
                    <a:pt x="778" y="464"/>
                    <a:pt x="620" y="533"/>
                    <a:pt x="464" y="608"/>
                  </a:cubicBezTo>
                  <a:cubicBezTo>
                    <a:pt x="309" y="683"/>
                    <a:pt x="154" y="759"/>
                    <a:pt x="1" y="842"/>
                  </a:cubicBezTo>
                  <a:cubicBezTo>
                    <a:pt x="164" y="785"/>
                    <a:pt x="325" y="720"/>
                    <a:pt x="485" y="655"/>
                  </a:cubicBezTo>
                  <a:cubicBezTo>
                    <a:pt x="646" y="589"/>
                    <a:pt x="803" y="519"/>
                    <a:pt x="962" y="451"/>
                  </a:cubicBezTo>
                  <a:cubicBezTo>
                    <a:pt x="1119" y="379"/>
                    <a:pt x="1277" y="310"/>
                    <a:pt x="1433" y="234"/>
                  </a:cubicBezTo>
                  <a:cubicBezTo>
                    <a:pt x="1590" y="159"/>
                    <a:pt x="1745" y="84"/>
                    <a:pt x="1898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2774;p35"/>
            <p:cNvSpPr/>
            <p:nvPr/>
          </p:nvSpPr>
          <p:spPr>
            <a:xfrm rot="10432800" flipV="1">
              <a:off x="135360" y="1890360"/>
              <a:ext cx="369360" cy="7963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360 h 796320"/>
                <a:gd name="textAreaBottom" fmla="*/ 797040 h 796320"/>
              </a:gdLst>
              <a:ahLst/>
              <a:cxnLst/>
              <a:rect l="textAreaLeft" t="textAreaTop" r="textAreaRight" b="textAreaBottom"/>
              <a:pathLst>
                <a:path w="1896" h="4085">
                  <a:moveTo>
                    <a:pt x="592" y="0"/>
                  </a:moveTo>
                  <a:cubicBezTo>
                    <a:pt x="556" y="0"/>
                    <a:pt x="521" y="4"/>
                    <a:pt x="485" y="13"/>
                  </a:cubicBezTo>
                  <a:cubicBezTo>
                    <a:pt x="228" y="70"/>
                    <a:pt x="0" y="335"/>
                    <a:pt x="43" y="611"/>
                  </a:cubicBezTo>
                  <a:lnTo>
                    <a:pt x="559" y="3538"/>
                  </a:lnTo>
                  <a:cubicBezTo>
                    <a:pt x="585" y="3714"/>
                    <a:pt x="691" y="3883"/>
                    <a:pt x="833" y="3984"/>
                  </a:cubicBezTo>
                  <a:cubicBezTo>
                    <a:pt x="929" y="4051"/>
                    <a:pt x="1071" y="4084"/>
                    <a:pt x="1197" y="4084"/>
                  </a:cubicBezTo>
                  <a:cubicBezTo>
                    <a:pt x="1229" y="4084"/>
                    <a:pt x="1260" y="4082"/>
                    <a:pt x="1288" y="4078"/>
                  </a:cubicBezTo>
                  <a:cubicBezTo>
                    <a:pt x="1310" y="4073"/>
                    <a:pt x="1333" y="4069"/>
                    <a:pt x="1354" y="4063"/>
                  </a:cubicBezTo>
                  <a:cubicBezTo>
                    <a:pt x="1713" y="3967"/>
                    <a:pt x="1895" y="3590"/>
                    <a:pt x="1851" y="3302"/>
                  </a:cubicBezTo>
                  <a:lnTo>
                    <a:pt x="1537" y="1239"/>
                  </a:lnTo>
                  <a:lnTo>
                    <a:pt x="1383" y="1262"/>
                  </a:lnTo>
                  <a:lnTo>
                    <a:pt x="1698" y="3325"/>
                  </a:lnTo>
                  <a:cubicBezTo>
                    <a:pt x="1746" y="3643"/>
                    <a:pt x="1491" y="3856"/>
                    <a:pt x="1314" y="3904"/>
                  </a:cubicBezTo>
                  <a:cubicBezTo>
                    <a:pt x="1274" y="3915"/>
                    <a:pt x="1232" y="3919"/>
                    <a:pt x="1190" y="3919"/>
                  </a:cubicBezTo>
                  <a:cubicBezTo>
                    <a:pt x="1077" y="3919"/>
                    <a:pt x="969" y="3883"/>
                    <a:pt x="918" y="3848"/>
                  </a:cubicBezTo>
                  <a:cubicBezTo>
                    <a:pt x="810" y="3773"/>
                    <a:pt x="731" y="3645"/>
                    <a:pt x="711" y="3514"/>
                  </a:cubicBezTo>
                  <a:lnTo>
                    <a:pt x="196" y="587"/>
                  </a:lnTo>
                  <a:cubicBezTo>
                    <a:pt x="167" y="395"/>
                    <a:pt x="343" y="213"/>
                    <a:pt x="521" y="172"/>
                  </a:cubicBezTo>
                  <a:cubicBezTo>
                    <a:pt x="545" y="167"/>
                    <a:pt x="568" y="165"/>
                    <a:pt x="592" y="165"/>
                  </a:cubicBezTo>
                  <a:cubicBezTo>
                    <a:pt x="662" y="165"/>
                    <a:pt x="730" y="187"/>
                    <a:pt x="790" y="230"/>
                  </a:cubicBezTo>
                  <a:cubicBezTo>
                    <a:pt x="874" y="292"/>
                    <a:pt x="931" y="387"/>
                    <a:pt x="947" y="495"/>
                  </a:cubicBezTo>
                  <a:lnTo>
                    <a:pt x="1257" y="2545"/>
                  </a:lnTo>
                  <a:cubicBezTo>
                    <a:pt x="1287" y="2745"/>
                    <a:pt x="1252" y="2819"/>
                    <a:pt x="1116" y="2846"/>
                  </a:cubicBezTo>
                  <a:cubicBezTo>
                    <a:pt x="1101" y="2849"/>
                    <a:pt x="1086" y="2851"/>
                    <a:pt x="1071" y="2851"/>
                  </a:cubicBezTo>
                  <a:cubicBezTo>
                    <a:pt x="1030" y="2851"/>
                    <a:pt x="992" y="2838"/>
                    <a:pt x="959" y="2814"/>
                  </a:cubicBezTo>
                  <a:cubicBezTo>
                    <a:pt x="911" y="2778"/>
                    <a:pt x="878" y="2718"/>
                    <a:pt x="867" y="2642"/>
                  </a:cubicBezTo>
                  <a:lnTo>
                    <a:pt x="633" y="1087"/>
                  </a:lnTo>
                  <a:lnTo>
                    <a:pt x="481" y="1110"/>
                  </a:lnTo>
                  <a:lnTo>
                    <a:pt x="714" y="2665"/>
                  </a:lnTo>
                  <a:cubicBezTo>
                    <a:pt x="733" y="2786"/>
                    <a:pt x="787" y="2886"/>
                    <a:pt x="871" y="2948"/>
                  </a:cubicBezTo>
                  <a:cubicBezTo>
                    <a:pt x="930" y="2992"/>
                    <a:pt x="1001" y="3015"/>
                    <a:pt x="1074" y="3015"/>
                  </a:cubicBezTo>
                  <a:cubicBezTo>
                    <a:pt x="1098" y="3015"/>
                    <a:pt x="1123" y="3012"/>
                    <a:pt x="1147" y="3007"/>
                  </a:cubicBezTo>
                  <a:cubicBezTo>
                    <a:pt x="1474" y="2941"/>
                    <a:pt x="1428" y="2637"/>
                    <a:pt x="1411" y="2522"/>
                  </a:cubicBezTo>
                  <a:lnTo>
                    <a:pt x="1101" y="472"/>
                  </a:lnTo>
                  <a:cubicBezTo>
                    <a:pt x="1078" y="319"/>
                    <a:pt x="996" y="182"/>
                    <a:pt x="877" y="96"/>
                  </a:cubicBezTo>
                  <a:cubicBezTo>
                    <a:pt x="791" y="33"/>
                    <a:pt x="693" y="0"/>
                    <a:pt x="592" y="0"/>
                  </a:cubicBezTo>
                  <a:close/>
                </a:path>
              </a:pathLst>
            </a:custGeom>
            <a:solidFill>
              <a:schemeClr val="dk1"/>
            </a:solidFill>
            <a:ln w="2225">
              <a:solidFill>
                <a:srgbClr val="061937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2775;p35"/>
            <p:cNvSpPr/>
            <p:nvPr/>
          </p:nvSpPr>
          <p:spPr>
            <a:xfrm rot="10432800" flipV="1">
              <a:off x="151920" y="1892880"/>
              <a:ext cx="369000" cy="795960"/>
            </a:xfrm>
            <a:custGeom>
              <a:avLst/>
              <a:gdLst>
                <a:gd name="textAreaLeft" fmla="*/ 0 w 369000"/>
                <a:gd name="textAreaRight" fmla="*/ 369360 w 369000"/>
                <a:gd name="textAreaTop" fmla="*/ -360 h 795960"/>
                <a:gd name="textAreaBottom" fmla="*/ 795960 h 795960"/>
              </a:gdLst>
              <a:ahLst/>
              <a:cxnLst/>
              <a:rect l="textAreaLeft" t="textAreaTop" r="textAreaRight" b="textAreaBottom"/>
              <a:pathLst>
                <a:path w="1895" h="4084">
                  <a:moveTo>
                    <a:pt x="589" y="1"/>
                  </a:moveTo>
                  <a:cubicBezTo>
                    <a:pt x="555" y="1"/>
                    <a:pt x="520" y="4"/>
                    <a:pt x="486" y="12"/>
                  </a:cubicBezTo>
                  <a:cubicBezTo>
                    <a:pt x="228" y="71"/>
                    <a:pt x="1" y="334"/>
                    <a:pt x="42" y="612"/>
                  </a:cubicBezTo>
                  <a:lnTo>
                    <a:pt x="558" y="3539"/>
                  </a:lnTo>
                  <a:cubicBezTo>
                    <a:pt x="585" y="3713"/>
                    <a:pt x="690" y="3884"/>
                    <a:pt x="834" y="3984"/>
                  </a:cubicBezTo>
                  <a:cubicBezTo>
                    <a:pt x="929" y="4050"/>
                    <a:pt x="1071" y="4084"/>
                    <a:pt x="1196" y="4084"/>
                  </a:cubicBezTo>
                  <a:cubicBezTo>
                    <a:pt x="1228" y="4084"/>
                    <a:pt x="1259" y="4082"/>
                    <a:pt x="1287" y="4077"/>
                  </a:cubicBezTo>
                  <a:cubicBezTo>
                    <a:pt x="1310" y="4074"/>
                    <a:pt x="1332" y="4069"/>
                    <a:pt x="1355" y="4063"/>
                  </a:cubicBezTo>
                  <a:cubicBezTo>
                    <a:pt x="1712" y="3966"/>
                    <a:pt x="1894" y="3589"/>
                    <a:pt x="1851" y="3302"/>
                  </a:cubicBezTo>
                  <a:lnTo>
                    <a:pt x="1536" y="1238"/>
                  </a:lnTo>
                  <a:lnTo>
                    <a:pt x="1384" y="1261"/>
                  </a:lnTo>
                  <a:lnTo>
                    <a:pt x="1697" y="3325"/>
                  </a:lnTo>
                  <a:cubicBezTo>
                    <a:pt x="1746" y="3644"/>
                    <a:pt x="1490" y="3856"/>
                    <a:pt x="1313" y="3903"/>
                  </a:cubicBezTo>
                  <a:cubicBezTo>
                    <a:pt x="1273" y="3914"/>
                    <a:pt x="1231" y="3919"/>
                    <a:pt x="1189" y="3919"/>
                  </a:cubicBezTo>
                  <a:cubicBezTo>
                    <a:pt x="1076" y="3919"/>
                    <a:pt x="968" y="3883"/>
                    <a:pt x="917" y="3847"/>
                  </a:cubicBezTo>
                  <a:cubicBezTo>
                    <a:pt x="809" y="3772"/>
                    <a:pt x="730" y="3644"/>
                    <a:pt x="710" y="3515"/>
                  </a:cubicBezTo>
                  <a:lnTo>
                    <a:pt x="195" y="588"/>
                  </a:lnTo>
                  <a:cubicBezTo>
                    <a:pt x="168" y="396"/>
                    <a:pt x="342" y="213"/>
                    <a:pt x="520" y="173"/>
                  </a:cubicBezTo>
                  <a:cubicBezTo>
                    <a:pt x="545" y="168"/>
                    <a:pt x="569" y="165"/>
                    <a:pt x="594" y="165"/>
                  </a:cubicBezTo>
                  <a:cubicBezTo>
                    <a:pt x="663" y="165"/>
                    <a:pt x="731" y="187"/>
                    <a:pt x="791" y="231"/>
                  </a:cubicBezTo>
                  <a:cubicBezTo>
                    <a:pt x="874" y="291"/>
                    <a:pt x="930" y="388"/>
                    <a:pt x="948" y="494"/>
                  </a:cubicBezTo>
                  <a:lnTo>
                    <a:pt x="1256" y="2546"/>
                  </a:lnTo>
                  <a:cubicBezTo>
                    <a:pt x="1286" y="2746"/>
                    <a:pt x="1253" y="2818"/>
                    <a:pt x="1115" y="2847"/>
                  </a:cubicBezTo>
                  <a:cubicBezTo>
                    <a:pt x="1100" y="2850"/>
                    <a:pt x="1086" y="2851"/>
                    <a:pt x="1072" y="2851"/>
                  </a:cubicBezTo>
                  <a:cubicBezTo>
                    <a:pt x="1031" y="2851"/>
                    <a:pt x="991" y="2839"/>
                    <a:pt x="959" y="2814"/>
                  </a:cubicBezTo>
                  <a:cubicBezTo>
                    <a:pt x="910" y="2778"/>
                    <a:pt x="879" y="2719"/>
                    <a:pt x="867" y="2643"/>
                  </a:cubicBezTo>
                  <a:lnTo>
                    <a:pt x="634" y="1087"/>
                  </a:lnTo>
                  <a:lnTo>
                    <a:pt x="480" y="1110"/>
                  </a:lnTo>
                  <a:lnTo>
                    <a:pt x="713" y="2666"/>
                  </a:lnTo>
                  <a:cubicBezTo>
                    <a:pt x="732" y="2786"/>
                    <a:pt x="788" y="2886"/>
                    <a:pt x="871" y="2948"/>
                  </a:cubicBezTo>
                  <a:cubicBezTo>
                    <a:pt x="931" y="2992"/>
                    <a:pt x="1002" y="3015"/>
                    <a:pt x="1075" y="3015"/>
                  </a:cubicBezTo>
                  <a:cubicBezTo>
                    <a:pt x="1099" y="3015"/>
                    <a:pt x="1123" y="3013"/>
                    <a:pt x="1148" y="3008"/>
                  </a:cubicBezTo>
                  <a:cubicBezTo>
                    <a:pt x="1473" y="2942"/>
                    <a:pt x="1427" y="2637"/>
                    <a:pt x="1410" y="2523"/>
                  </a:cubicBezTo>
                  <a:lnTo>
                    <a:pt x="1100" y="471"/>
                  </a:lnTo>
                  <a:cubicBezTo>
                    <a:pt x="1077" y="320"/>
                    <a:pt x="997" y="183"/>
                    <a:pt x="877" y="95"/>
                  </a:cubicBezTo>
                  <a:cubicBezTo>
                    <a:pt x="790" y="33"/>
                    <a:pt x="690" y="1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 w="2225">
              <a:solidFill>
                <a:srgbClr val="FFD600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2776;p35"/>
            <p:cNvSpPr/>
            <p:nvPr/>
          </p:nvSpPr>
          <p:spPr>
            <a:xfrm rot="10432800" flipV="1">
              <a:off x="195840" y="2473920"/>
              <a:ext cx="96480" cy="21132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-360 h 211320"/>
                <a:gd name="textAreaBottom" fmla="*/ 211320 h 211320"/>
              </a:gdLst>
              <a:ahLst/>
              <a:cxnLst/>
              <a:rect l="textAreaLeft" t="textAreaTop" r="textAreaRight" b="textAreaBottom"/>
              <a:pathLst>
                <a:path w="496" h="1088">
                  <a:moveTo>
                    <a:pt x="405" y="1"/>
                  </a:moveTo>
                  <a:cubicBezTo>
                    <a:pt x="410" y="55"/>
                    <a:pt x="420" y="107"/>
                    <a:pt x="425" y="161"/>
                  </a:cubicBezTo>
                  <a:cubicBezTo>
                    <a:pt x="430" y="214"/>
                    <a:pt x="436" y="267"/>
                    <a:pt x="437" y="320"/>
                  </a:cubicBezTo>
                  <a:cubicBezTo>
                    <a:pt x="434" y="425"/>
                    <a:pt x="431" y="530"/>
                    <a:pt x="400" y="630"/>
                  </a:cubicBezTo>
                  <a:cubicBezTo>
                    <a:pt x="343" y="828"/>
                    <a:pt x="200" y="998"/>
                    <a:pt x="1" y="1087"/>
                  </a:cubicBezTo>
                  <a:cubicBezTo>
                    <a:pt x="109" y="1069"/>
                    <a:pt x="210" y="1012"/>
                    <a:pt x="290" y="935"/>
                  </a:cubicBezTo>
                  <a:cubicBezTo>
                    <a:pt x="372" y="858"/>
                    <a:pt x="430" y="756"/>
                    <a:pt x="463" y="648"/>
                  </a:cubicBezTo>
                  <a:cubicBezTo>
                    <a:pt x="496" y="540"/>
                    <a:pt x="496" y="427"/>
                    <a:pt x="487" y="317"/>
                  </a:cubicBezTo>
                  <a:cubicBezTo>
                    <a:pt x="479" y="263"/>
                    <a:pt x="469" y="208"/>
                    <a:pt x="459" y="155"/>
                  </a:cubicBezTo>
                  <a:cubicBezTo>
                    <a:pt x="440" y="103"/>
                    <a:pt x="424" y="51"/>
                    <a:pt x="405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2777;p35"/>
            <p:cNvSpPr/>
            <p:nvPr/>
          </p:nvSpPr>
          <p:spPr>
            <a:xfrm rot="10432800" flipV="1">
              <a:off x="375120" y="1893600"/>
              <a:ext cx="92160" cy="1310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131040"/>
                <a:gd name="textAreaBottom" fmla="*/ 131760 h 131040"/>
              </a:gdLst>
              <a:ahLst/>
              <a:cxnLst/>
              <a:rect l="textAreaLeft" t="textAreaTop" r="textAreaRight" b="textAreaBottom"/>
              <a:pathLst>
                <a:path w="474" h="675">
                  <a:moveTo>
                    <a:pt x="474" y="0"/>
                  </a:moveTo>
                  <a:cubicBezTo>
                    <a:pt x="396" y="0"/>
                    <a:pt x="320" y="23"/>
                    <a:pt x="249" y="58"/>
                  </a:cubicBezTo>
                  <a:cubicBezTo>
                    <a:pt x="179" y="94"/>
                    <a:pt x="115" y="150"/>
                    <a:pt x="71" y="217"/>
                  </a:cubicBezTo>
                  <a:cubicBezTo>
                    <a:pt x="29" y="286"/>
                    <a:pt x="0" y="367"/>
                    <a:pt x="3" y="448"/>
                  </a:cubicBezTo>
                  <a:cubicBezTo>
                    <a:pt x="0" y="486"/>
                    <a:pt x="10" y="525"/>
                    <a:pt x="13" y="564"/>
                  </a:cubicBezTo>
                  <a:cubicBezTo>
                    <a:pt x="23" y="602"/>
                    <a:pt x="33" y="639"/>
                    <a:pt x="46" y="675"/>
                  </a:cubicBezTo>
                  <a:cubicBezTo>
                    <a:pt x="46" y="597"/>
                    <a:pt x="42" y="524"/>
                    <a:pt x="55" y="452"/>
                  </a:cubicBezTo>
                  <a:cubicBezTo>
                    <a:pt x="64" y="380"/>
                    <a:pt x="91" y="312"/>
                    <a:pt x="127" y="253"/>
                  </a:cubicBezTo>
                  <a:cubicBezTo>
                    <a:pt x="202" y="132"/>
                    <a:pt x="333" y="55"/>
                    <a:pt x="474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2778;p35"/>
            <p:cNvSpPr/>
            <p:nvPr/>
          </p:nvSpPr>
          <p:spPr>
            <a:xfrm rot="10432800" flipV="1">
              <a:off x="410040" y="2265840"/>
              <a:ext cx="55440" cy="3027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-360 h 302760"/>
                <a:gd name="textAreaBottom" fmla="*/ 302760 h 302760"/>
              </a:gdLst>
              <a:ahLst/>
              <a:cxnLst/>
              <a:rect l="textAreaLeft" t="textAreaTop" r="textAreaRight" b="textAreaBottom"/>
              <a:pathLst>
                <a:path w="286" h="1553">
                  <a:moveTo>
                    <a:pt x="1" y="1"/>
                  </a:moveTo>
                  <a:cubicBezTo>
                    <a:pt x="11" y="133"/>
                    <a:pt x="28" y="263"/>
                    <a:pt x="47" y="394"/>
                  </a:cubicBezTo>
                  <a:cubicBezTo>
                    <a:pt x="65" y="525"/>
                    <a:pt x="87" y="653"/>
                    <a:pt x="110" y="782"/>
                  </a:cubicBezTo>
                  <a:cubicBezTo>
                    <a:pt x="135" y="912"/>
                    <a:pt x="159" y="1041"/>
                    <a:pt x="189" y="1169"/>
                  </a:cubicBezTo>
                  <a:cubicBezTo>
                    <a:pt x="218" y="1297"/>
                    <a:pt x="248" y="1425"/>
                    <a:pt x="286" y="1552"/>
                  </a:cubicBezTo>
                  <a:cubicBezTo>
                    <a:pt x="276" y="1421"/>
                    <a:pt x="257" y="1290"/>
                    <a:pt x="240" y="1161"/>
                  </a:cubicBezTo>
                  <a:cubicBezTo>
                    <a:pt x="221" y="1030"/>
                    <a:pt x="199" y="900"/>
                    <a:pt x="176" y="771"/>
                  </a:cubicBezTo>
                  <a:cubicBezTo>
                    <a:pt x="152" y="641"/>
                    <a:pt x="127" y="513"/>
                    <a:pt x="97" y="385"/>
                  </a:cubicBezTo>
                  <a:cubicBezTo>
                    <a:pt x="68" y="256"/>
                    <a:pt x="38" y="127"/>
                    <a:pt x="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2779;p35"/>
            <p:cNvSpPr/>
            <p:nvPr/>
          </p:nvSpPr>
          <p:spPr>
            <a:xfrm rot="10432800" flipV="1">
              <a:off x="249480" y="1990440"/>
              <a:ext cx="60120" cy="39924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-360 h 399240"/>
                <a:gd name="textAreaBottom" fmla="*/ 399240 h 399240"/>
              </a:gdLst>
              <a:ahLst/>
              <a:cxnLst/>
              <a:rect l="textAreaLeft" t="textAreaTop" r="textAreaRight" b="textAreaBottom"/>
              <a:pathLst>
                <a:path w="310" h="2052">
                  <a:moveTo>
                    <a:pt x="0" y="1"/>
                  </a:moveTo>
                  <a:cubicBezTo>
                    <a:pt x="13" y="173"/>
                    <a:pt x="32" y="345"/>
                    <a:pt x="52" y="517"/>
                  </a:cubicBezTo>
                  <a:cubicBezTo>
                    <a:pt x="74" y="688"/>
                    <a:pt x="98" y="860"/>
                    <a:pt x="122" y="1031"/>
                  </a:cubicBezTo>
                  <a:cubicBezTo>
                    <a:pt x="151" y="1201"/>
                    <a:pt x="176" y="1372"/>
                    <a:pt x="207" y="1543"/>
                  </a:cubicBezTo>
                  <a:cubicBezTo>
                    <a:pt x="238" y="1713"/>
                    <a:pt x="271" y="1883"/>
                    <a:pt x="310" y="2051"/>
                  </a:cubicBezTo>
                  <a:cubicBezTo>
                    <a:pt x="297" y="1879"/>
                    <a:pt x="278" y="1707"/>
                    <a:pt x="258" y="1535"/>
                  </a:cubicBezTo>
                  <a:cubicBezTo>
                    <a:pt x="236" y="1363"/>
                    <a:pt x="210" y="1192"/>
                    <a:pt x="187" y="1021"/>
                  </a:cubicBezTo>
                  <a:cubicBezTo>
                    <a:pt x="160" y="851"/>
                    <a:pt x="134" y="680"/>
                    <a:pt x="102" y="510"/>
                  </a:cubicBezTo>
                  <a:cubicBezTo>
                    <a:pt x="72" y="339"/>
                    <a:pt x="40" y="1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75" name="Google Shape;2780;p35"/>
          <p:cNvCxnSpPr/>
          <p:nvPr/>
        </p:nvCxnSpPr>
        <p:spPr>
          <a:xfrm>
            <a:off x="1448640" y="3696840"/>
            <a:ext cx="6246720" cy="360"/>
          </a:xfrm>
          <a:prstGeom prst="straightConnector1">
            <a:avLst/>
          </a:prstGeom>
          <a:ln w="19050">
            <a:solidFill>
              <a:srgbClr val="061937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3012;p49"/>
          <p:cNvSpPr/>
          <p:nvPr/>
        </p:nvSpPr>
        <p:spPr>
          <a:xfrm>
            <a:off x="5467320" y="638280"/>
            <a:ext cx="2809440" cy="394308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870823080" tIns="1971720" rIns="870823080" bIns="197172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477" name="Google Shape;3013;p49"/>
          <p:cNvPicPr/>
          <p:nvPr/>
        </p:nvPicPr>
        <p:blipFill>
          <a:blip r:embed="rId1"/>
          <a:stretch>
            <a:fillRect/>
          </a:stretch>
        </p:blipFill>
        <p:spPr>
          <a:xfrm>
            <a:off x="5541480" y="563040"/>
            <a:ext cx="2812680" cy="393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1295400" y="1009650"/>
            <a:ext cx="3524250" cy="9328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  <a:ea typeface="Lexend Exa"/>
              </a:rPr>
              <a:t>Introduction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subTitle"/>
          </p:nvPr>
        </p:nvSpPr>
        <p:spPr>
          <a:xfrm>
            <a:off x="1295400" y="1882140"/>
            <a:ext cx="3524250" cy="22510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Objective: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Ensure pedestrians </a:t>
            </a:r>
            <a:r>
              <a:rPr lang="en-US" sz="14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arrive on red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14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leave on green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using coordinated signals and clear rules.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Design combines signal timing, visible markings, and user cues to reduce conflicts and improve compliance.</a:t>
            </a:r>
            <a:endParaRPr lang="en-US" sz="1400" b="1" u="none" strike="noStrike">
              <a:solidFill>
                <a:schemeClr val="dk1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480" name="Google Shape;3016;p49"/>
          <p:cNvGrpSpPr/>
          <p:nvPr/>
        </p:nvGrpSpPr>
        <p:grpSpPr>
          <a:xfrm>
            <a:off x="7629480" y="18360"/>
            <a:ext cx="1377000" cy="1351080"/>
            <a:chOff x="7629480" y="18360"/>
            <a:chExt cx="1377000" cy="1351080"/>
          </a:xfrm>
        </p:grpSpPr>
        <p:sp>
          <p:nvSpPr>
            <p:cNvPr id="481" name="Google Shape;3017;p49"/>
            <p:cNvSpPr/>
            <p:nvPr/>
          </p:nvSpPr>
          <p:spPr>
            <a:xfrm rot="7962600">
              <a:off x="7777440" y="272520"/>
              <a:ext cx="1031400" cy="855360"/>
            </a:xfrm>
            <a:custGeom>
              <a:avLst/>
              <a:gdLst>
                <a:gd name="textAreaLeft" fmla="*/ 0 w 1031400"/>
                <a:gd name="textAreaRight" fmla="*/ 1031760 w 1031400"/>
                <a:gd name="textAreaTop" fmla="*/ 0 h 855360"/>
                <a:gd name="textAreaBottom" fmla="*/ 855720 h 85536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20" y="0"/>
                  </a:moveTo>
                  <a:cubicBezTo>
                    <a:pt x="279" y="0"/>
                    <a:pt x="1" y="236"/>
                    <a:pt x="27" y="552"/>
                  </a:cubicBezTo>
                  <a:lnTo>
                    <a:pt x="3817" y="10848"/>
                  </a:lnTo>
                  <a:cubicBezTo>
                    <a:pt x="3845" y="11186"/>
                    <a:pt x="4188" y="11415"/>
                    <a:pt x="4525" y="11415"/>
                  </a:cubicBezTo>
                  <a:cubicBezTo>
                    <a:pt x="4673" y="11415"/>
                    <a:pt x="4820" y="11371"/>
                    <a:pt x="4938" y="11272"/>
                  </a:cubicBezTo>
                  <a:lnTo>
                    <a:pt x="13424" y="3047"/>
                  </a:lnTo>
                  <a:cubicBezTo>
                    <a:pt x="13767" y="2761"/>
                    <a:pt x="13590" y="2235"/>
                    <a:pt x="13105" y="2100"/>
                  </a:cubicBezTo>
                  <a:lnTo>
                    <a:pt x="829" y="29"/>
                  </a:lnTo>
                  <a:cubicBezTo>
                    <a:pt x="758" y="10"/>
                    <a:pt x="688" y="0"/>
                    <a:pt x="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3018;p49"/>
            <p:cNvSpPr/>
            <p:nvPr/>
          </p:nvSpPr>
          <p:spPr>
            <a:xfrm rot="7962600">
              <a:off x="7826400" y="259560"/>
              <a:ext cx="1031400" cy="855360"/>
            </a:xfrm>
            <a:custGeom>
              <a:avLst/>
              <a:gdLst>
                <a:gd name="textAreaLeft" fmla="*/ 0 w 1031400"/>
                <a:gd name="textAreaRight" fmla="*/ 1031760 w 1031400"/>
                <a:gd name="textAreaTop" fmla="*/ 0 h 855360"/>
                <a:gd name="textAreaBottom" fmla="*/ 855720 h 85536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19" y="1"/>
                  </a:moveTo>
                  <a:cubicBezTo>
                    <a:pt x="278" y="1"/>
                    <a:pt x="0" y="237"/>
                    <a:pt x="26" y="552"/>
                  </a:cubicBezTo>
                  <a:lnTo>
                    <a:pt x="3818" y="10848"/>
                  </a:lnTo>
                  <a:cubicBezTo>
                    <a:pt x="3846" y="11186"/>
                    <a:pt x="4188" y="11416"/>
                    <a:pt x="4525" y="11416"/>
                  </a:cubicBezTo>
                  <a:cubicBezTo>
                    <a:pt x="4673" y="11416"/>
                    <a:pt x="4820" y="11372"/>
                    <a:pt x="4939" y="11273"/>
                  </a:cubicBezTo>
                  <a:lnTo>
                    <a:pt x="13425" y="3047"/>
                  </a:lnTo>
                  <a:cubicBezTo>
                    <a:pt x="13767" y="2762"/>
                    <a:pt x="13590" y="2237"/>
                    <a:pt x="13104" y="2100"/>
                  </a:cubicBezTo>
                  <a:lnTo>
                    <a:pt x="827" y="30"/>
                  </a:lnTo>
                  <a:cubicBezTo>
                    <a:pt x="757" y="10"/>
                    <a:pt x="687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  <p:pic>
        <p:nvPicPr>
          <p:cNvPr id="4" name="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756920" y="-596900"/>
            <a:ext cx="10578465" cy="6358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tangle 483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Rectangle 484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Crossing Operation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image69e92eb7f3444" descr="image69e92eb7f3447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3012;p49"/>
          <p:cNvSpPr/>
          <p:nvPr/>
        </p:nvSpPr>
        <p:spPr>
          <a:xfrm>
            <a:off x="5467320" y="638280"/>
            <a:ext cx="2809440" cy="394308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870823080" tIns="1971720" rIns="870823080" bIns="197172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488" name="Google Shape;3013;p49"/>
          <p:cNvPicPr/>
          <p:nvPr/>
        </p:nvPicPr>
        <p:blipFill>
          <a:blip r:embed="rId1"/>
          <a:stretch>
            <a:fillRect/>
          </a:stretch>
        </p:blipFill>
        <p:spPr>
          <a:xfrm>
            <a:off x="5541480" y="563040"/>
            <a:ext cx="2812680" cy="393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295400" y="466090"/>
            <a:ext cx="3524250" cy="12001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  <a:ea typeface="Lexend Exa"/>
              </a:rPr>
              <a:t>Signal Phases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subTitle"/>
          </p:nvPr>
        </p:nvSpPr>
        <p:spPr>
          <a:xfrm>
            <a:off x="1295400" y="1550670"/>
            <a:ext cx="3524250" cy="339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Red phase: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Stops vehicles; allows pedestrian </a:t>
            </a:r>
            <a:r>
              <a:rPr lang="en-US" sz="16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arrival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and safe waiting.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6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Green phase: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Allows pedestrian </a:t>
            </a:r>
            <a:r>
              <a:rPr lang="en-US" sz="16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departure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and vehicle movement.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6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Use an </a:t>
            </a:r>
            <a:r>
              <a:rPr lang="en-US" sz="1600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all-red buffer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to clear crossings between phases.</a:t>
            </a:r>
            <a:endParaRPr lang="en-US" sz="1600" b="1" u="none" strike="noStrike">
              <a:solidFill>
                <a:schemeClr val="dk1"/>
              </a:solidFill>
              <a:effectLst/>
              <a:uFillTx/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491" name="Google Shape;3016;p49"/>
          <p:cNvGrpSpPr/>
          <p:nvPr/>
        </p:nvGrpSpPr>
        <p:grpSpPr>
          <a:xfrm>
            <a:off x="7629480" y="18360"/>
            <a:ext cx="1377000" cy="1351080"/>
            <a:chOff x="7629480" y="18360"/>
            <a:chExt cx="1377000" cy="1351080"/>
          </a:xfrm>
        </p:grpSpPr>
        <p:sp>
          <p:nvSpPr>
            <p:cNvPr id="492" name="Google Shape;3017;p49"/>
            <p:cNvSpPr/>
            <p:nvPr/>
          </p:nvSpPr>
          <p:spPr>
            <a:xfrm rot="7962600">
              <a:off x="7777440" y="272520"/>
              <a:ext cx="1031400" cy="855360"/>
            </a:xfrm>
            <a:custGeom>
              <a:avLst/>
              <a:gdLst>
                <a:gd name="textAreaLeft" fmla="*/ 0 w 1031400"/>
                <a:gd name="textAreaRight" fmla="*/ 1031760 w 1031400"/>
                <a:gd name="textAreaTop" fmla="*/ 0 h 855360"/>
                <a:gd name="textAreaBottom" fmla="*/ 855720 h 85536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20" y="0"/>
                  </a:moveTo>
                  <a:cubicBezTo>
                    <a:pt x="279" y="0"/>
                    <a:pt x="1" y="236"/>
                    <a:pt x="27" y="552"/>
                  </a:cubicBezTo>
                  <a:lnTo>
                    <a:pt x="3817" y="10848"/>
                  </a:lnTo>
                  <a:cubicBezTo>
                    <a:pt x="3845" y="11186"/>
                    <a:pt x="4188" y="11415"/>
                    <a:pt x="4525" y="11415"/>
                  </a:cubicBezTo>
                  <a:cubicBezTo>
                    <a:pt x="4673" y="11415"/>
                    <a:pt x="4820" y="11371"/>
                    <a:pt x="4938" y="11272"/>
                  </a:cubicBezTo>
                  <a:lnTo>
                    <a:pt x="13424" y="3047"/>
                  </a:lnTo>
                  <a:cubicBezTo>
                    <a:pt x="13767" y="2761"/>
                    <a:pt x="13590" y="2235"/>
                    <a:pt x="13105" y="2100"/>
                  </a:cubicBezTo>
                  <a:lnTo>
                    <a:pt x="829" y="29"/>
                  </a:lnTo>
                  <a:cubicBezTo>
                    <a:pt x="758" y="10"/>
                    <a:pt x="688" y="0"/>
                    <a:pt x="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3018;p49"/>
            <p:cNvSpPr/>
            <p:nvPr/>
          </p:nvSpPr>
          <p:spPr>
            <a:xfrm rot="7962600">
              <a:off x="7826400" y="259560"/>
              <a:ext cx="1031400" cy="855360"/>
            </a:xfrm>
            <a:custGeom>
              <a:avLst/>
              <a:gdLst>
                <a:gd name="textAreaLeft" fmla="*/ 0 w 1031400"/>
                <a:gd name="textAreaRight" fmla="*/ 1031760 w 1031400"/>
                <a:gd name="textAreaTop" fmla="*/ 0 h 855360"/>
                <a:gd name="textAreaBottom" fmla="*/ 855720 h 855360"/>
              </a:gdLst>
              <a:ahLst/>
              <a:cxnLst/>
              <a:rect l="textAreaLeft" t="textAreaTop" r="textAreaRight" b="textAreaBottom"/>
              <a:pathLst>
                <a:path w="13767" h="11416">
                  <a:moveTo>
                    <a:pt x="619" y="1"/>
                  </a:moveTo>
                  <a:cubicBezTo>
                    <a:pt x="278" y="1"/>
                    <a:pt x="0" y="237"/>
                    <a:pt x="26" y="552"/>
                  </a:cubicBezTo>
                  <a:lnTo>
                    <a:pt x="3818" y="10848"/>
                  </a:lnTo>
                  <a:cubicBezTo>
                    <a:pt x="3846" y="11186"/>
                    <a:pt x="4188" y="11416"/>
                    <a:pt x="4525" y="11416"/>
                  </a:cubicBezTo>
                  <a:cubicBezTo>
                    <a:pt x="4673" y="11416"/>
                    <a:pt x="4820" y="11372"/>
                    <a:pt x="4939" y="11273"/>
                  </a:cubicBezTo>
                  <a:lnTo>
                    <a:pt x="13425" y="3047"/>
                  </a:lnTo>
                  <a:cubicBezTo>
                    <a:pt x="13767" y="2762"/>
                    <a:pt x="13590" y="2237"/>
                    <a:pt x="13104" y="2100"/>
                  </a:cubicBezTo>
                  <a:lnTo>
                    <a:pt x="827" y="30"/>
                  </a:lnTo>
                  <a:cubicBezTo>
                    <a:pt x="757" y="10"/>
                    <a:pt x="687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49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Smart barriers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8" name="Rectangle 497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Barriers apears whenever traffic signal turns Red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Barriers goes backward whenever traffic signal turns Green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Overall ensures safe and reliable passing:A happy safe passing experience.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498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0" name="Rectangle 499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Safety Measures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1" name="image69e92eb80d94d" descr="image69e92eb80d950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501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Visibility Enhancements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3" name="Rectangle 502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High-contrast zebra markings and LED curb lighting to improve sightlines.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Install countdown displays and audible signals for all users.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angle 503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Behavioral Rules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5" name="Rectangle 504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Pedestrians start crossing only on </a:t>
            </a:r>
            <a:r>
              <a:rPr lang="en-US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red-arrival</a:t>
            </a: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 indication; avoid entering on flashing phases.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Drivers must yield during </a:t>
            </a:r>
            <a:r>
              <a:rPr lang="en-US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red</a:t>
            </a: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 and prepare at green transition.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505"/>
          <p:cNvSpPr/>
          <p:nvPr/>
        </p:nvSpPr>
        <p:spPr>
          <a:xfrm>
            <a:off x="504828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Enforcement &amp; Maintenance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7" name="Rectangle 506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Use cameras and sensors to monitor compliance and detect faults.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Schedule regular inspections and swift repairs to signals and markings.</a:t>
            </a:r>
            <a:endParaRPr lang="en-US" b="1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08" name="image69e92eb8171c5" descr="image69e92eb8171c7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508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Lexend Exa"/>
              </a:rPr>
              <a:t>Conclusions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0" name="Rectangle 509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Design crossings so </a:t>
            </a:r>
            <a:r>
              <a:rPr lang="en-US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arrival on red</a:t>
            </a: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 and </a:t>
            </a:r>
            <a:r>
              <a:rPr lang="en-US" b="1" i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departure on green</a:t>
            </a: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 are clear and enforced.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Combine timing, visibility, and maintenance to reduce conflicts and improve safety.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Back to School from Spring break by Slidesgo">
  <a:themeElements>
    <a:clrScheme name="Simple Light">
      <a:dk1>
        <a:srgbClr val="061937"/>
      </a:dk1>
      <a:lt1>
        <a:srgbClr val="0054FF"/>
      </a:lt1>
      <a:dk2>
        <a:srgbClr val="06B2FF"/>
      </a:dk2>
      <a:lt2>
        <a:srgbClr val="59D1CA"/>
      </a:lt2>
      <a:accent1>
        <a:srgbClr val="FF8100"/>
      </a:accent1>
      <a:accent2>
        <a:srgbClr val="FFD600"/>
      </a:accent2>
      <a:accent3>
        <a:srgbClr val="E590E6"/>
      </a:accent3>
      <a:accent4>
        <a:srgbClr val="F8F7F5"/>
      </a:accent4>
      <a:accent5>
        <a:srgbClr val="FFFFFF"/>
      </a:accent5>
      <a:accent6>
        <a:srgbClr val="FFFFFF"/>
      </a:accent6>
      <a:hlink>
        <a:srgbClr val="06193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ck to School from Spring break by Slidesgo">
  <a:themeElements>
    <a:clrScheme name="Simple Light">
      <a:dk1>
        <a:srgbClr val="061937"/>
      </a:dk1>
      <a:lt1>
        <a:srgbClr val="0054FF"/>
      </a:lt1>
      <a:dk2>
        <a:srgbClr val="06B2FF"/>
      </a:dk2>
      <a:lt2>
        <a:srgbClr val="59D1CA"/>
      </a:lt2>
      <a:accent1>
        <a:srgbClr val="FF8100"/>
      </a:accent1>
      <a:accent2>
        <a:srgbClr val="FFD600"/>
      </a:accent2>
      <a:accent3>
        <a:srgbClr val="E590E6"/>
      </a:accent3>
      <a:accent4>
        <a:srgbClr val="F8F7F5"/>
      </a:accent4>
      <a:accent5>
        <a:srgbClr val="FFFFFF"/>
      </a:accent5>
      <a:accent6>
        <a:srgbClr val="FFFFFF"/>
      </a:accent6>
      <a:hlink>
        <a:srgbClr val="06193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WPS Presentation</Application>
  <PresentationFormat/>
  <Paragraphs>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OpenSymbol</vt:lpstr>
      <vt:lpstr>Arial</vt:lpstr>
      <vt:lpstr>Symbol</vt:lpstr>
      <vt:lpstr>Segoe Print</vt:lpstr>
      <vt:lpstr>Lexend Exa</vt:lpstr>
      <vt:lpstr>Calibri</vt:lpstr>
      <vt:lpstr>Microsoft YaHei</vt:lpstr>
      <vt:lpstr>Arial Unicode MS</vt:lpstr>
      <vt:lpstr>Back to School from Spring break by Slidesgo</vt:lpstr>
      <vt:lpstr>Back to School from Spring break by Slidesgo</vt:lpstr>
      <vt:lpstr>Zebra Crossing</vt:lpstr>
      <vt:lpstr>Introduction</vt:lpstr>
      <vt:lpstr>PowerPoint 演示文稿</vt:lpstr>
      <vt:lpstr>PowerPoint 演示文稿</vt:lpstr>
      <vt:lpstr>Signal Phases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Zebra Crossing</dc:title>
  <dc:creator/>
  <cp:lastModifiedBy>Alpha</cp:lastModifiedBy>
  <cp:revision>2</cp:revision>
  <dcterms:created xsi:type="dcterms:W3CDTF">2026-04-22T21:03:18Z</dcterms:created>
  <dcterms:modified xsi:type="dcterms:W3CDTF">2026-04-22T21:04:43Z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KSOProductBuildVer">
    <vt:lpwstr>1033-12.1.0.25862</vt:lpwstr>
  </property>
  <property fmtid="{D5CDD505-2E9C-101B-9397-08002B2CF9AE}" pid="4" name="ICV">
    <vt:lpwstr>8B4A151518234AA8931C33F763734889_13</vt:lpwstr>
  </property>
</Properties>
</file>